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10"/>
  </p:notesMasterIdLst>
  <p:sldIdLst>
    <p:sldId id="256" r:id="rId2"/>
    <p:sldId id="260" r:id="rId3"/>
    <p:sldId id="261" r:id="rId4"/>
    <p:sldId id="270" r:id="rId5"/>
    <p:sldId id="259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02"/>
    <p:restoredTop sz="94427"/>
  </p:normalViewPr>
  <p:slideViewPr>
    <p:cSldViewPr snapToGrid="0" snapToObjects="1" showGuides="1">
      <p:cViewPr varScale="1">
        <p:scale>
          <a:sx n="97" d="100"/>
          <a:sy n="97" d="100"/>
        </p:scale>
        <p:origin x="824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21" d="100"/>
          <a:sy n="121" d="100"/>
        </p:scale>
        <p:origin x="3704" y="16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71AEC-D35D-4748-822B-37F5C5498AB7}" type="datetimeFigureOut">
              <a:rPr lang="en-US" smtClean="0"/>
              <a:t>12/6/16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A20A0-856D-FE43-ABD9-302EAABE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8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2A20A0-856D-FE43-ABD9-302EAABED4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7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-1214" y="-613"/>
            <a:ext cx="12201754" cy="4975122"/>
          </a:xfrm>
          <a:custGeom>
            <a:avLst/>
            <a:gdLst>
              <a:gd name="connsiteX0" fmla="*/ 10000 w 10000"/>
              <a:gd name="connsiteY0" fmla="*/ 0 h 10000"/>
              <a:gd name="connsiteX1" fmla="*/ 0 w 10000"/>
              <a:gd name="connsiteY1" fmla="*/ 618 h 10000"/>
              <a:gd name="connsiteX2" fmla="*/ 0 w 10000"/>
              <a:gd name="connsiteY2" fmla="*/ 9426 h 10000"/>
              <a:gd name="connsiteX3" fmla="*/ 1637 w 10000"/>
              <a:gd name="connsiteY3" fmla="*/ 9426 h 10000"/>
              <a:gd name="connsiteX4" fmla="*/ 1950 w 10000"/>
              <a:gd name="connsiteY4" fmla="*/ 9976 h 10000"/>
              <a:gd name="connsiteX5" fmla="*/ 1950 w 10000"/>
              <a:gd name="connsiteY5" fmla="*/ 9976 h 10000"/>
              <a:gd name="connsiteX6" fmla="*/ 1957 w 10000"/>
              <a:gd name="connsiteY6" fmla="*/ 9982 h 10000"/>
              <a:gd name="connsiteX7" fmla="*/ 1967 w 10000"/>
              <a:gd name="connsiteY7" fmla="*/ 9991 h 10000"/>
              <a:gd name="connsiteX8" fmla="*/ 1977 w 10000"/>
              <a:gd name="connsiteY8" fmla="*/ 10000 h 10000"/>
              <a:gd name="connsiteX9" fmla="*/ 1986 w 10000"/>
              <a:gd name="connsiteY9" fmla="*/ 10000 h 10000"/>
              <a:gd name="connsiteX10" fmla="*/ 1997 w 10000"/>
              <a:gd name="connsiteY10" fmla="*/ 10000 h 10000"/>
              <a:gd name="connsiteX11" fmla="*/ 2005 w 10000"/>
              <a:gd name="connsiteY11" fmla="*/ 9991 h 10000"/>
              <a:gd name="connsiteX12" fmla="*/ 2016 w 10000"/>
              <a:gd name="connsiteY12" fmla="*/ 9982 h 10000"/>
              <a:gd name="connsiteX13" fmla="*/ 2023 w 10000"/>
              <a:gd name="connsiteY13" fmla="*/ 9976 h 10000"/>
              <a:gd name="connsiteX14" fmla="*/ 2335 w 10000"/>
              <a:gd name="connsiteY14" fmla="*/ 9426 h 10000"/>
              <a:gd name="connsiteX15" fmla="*/ 10000 w 10000"/>
              <a:gd name="connsiteY15" fmla="*/ 9426 h 10000"/>
              <a:gd name="connsiteX16" fmla="*/ 10000 w 10000"/>
              <a:gd name="connsiteY16" fmla="*/ 0 h 10000"/>
              <a:gd name="connsiteX0" fmla="*/ 10007 w 10007"/>
              <a:gd name="connsiteY0" fmla="*/ 0 h 10000"/>
              <a:gd name="connsiteX1" fmla="*/ 0 w 10007"/>
              <a:gd name="connsiteY1" fmla="*/ 488 h 10000"/>
              <a:gd name="connsiteX2" fmla="*/ 7 w 10007"/>
              <a:gd name="connsiteY2" fmla="*/ 9426 h 10000"/>
              <a:gd name="connsiteX3" fmla="*/ 1644 w 10007"/>
              <a:gd name="connsiteY3" fmla="*/ 9426 h 10000"/>
              <a:gd name="connsiteX4" fmla="*/ 1957 w 10007"/>
              <a:gd name="connsiteY4" fmla="*/ 9976 h 10000"/>
              <a:gd name="connsiteX5" fmla="*/ 1957 w 10007"/>
              <a:gd name="connsiteY5" fmla="*/ 9976 h 10000"/>
              <a:gd name="connsiteX6" fmla="*/ 1964 w 10007"/>
              <a:gd name="connsiteY6" fmla="*/ 9982 h 10000"/>
              <a:gd name="connsiteX7" fmla="*/ 1974 w 10007"/>
              <a:gd name="connsiteY7" fmla="*/ 9991 h 10000"/>
              <a:gd name="connsiteX8" fmla="*/ 1984 w 10007"/>
              <a:gd name="connsiteY8" fmla="*/ 10000 h 10000"/>
              <a:gd name="connsiteX9" fmla="*/ 1993 w 10007"/>
              <a:gd name="connsiteY9" fmla="*/ 10000 h 10000"/>
              <a:gd name="connsiteX10" fmla="*/ 2004 w 10007"/>
              <a:gd name="connsiteY10" fmla="*/ 10000 h 10000"/>
              <a:gd name="connsiteX11" fmla="*/ 2012 w 10007"/>
              <a:gd name="connsiteY11" fmla="*/ 9991 h 10000"/>
              <a:gd name="connsiteX12" fmla="*/ 2023 w 10007"/>
              <a:gd name="connsiteY12" fmla="*/ 9982 h 10000"/>
              <a:gd name="connsiteX13" fmla="*/ 2030 w 10007"/>
              <a:gd name="connsiteY13" fmla="*/ 9976 h 10000"/>
              <a:gd name="connsiteX14" fmla="*/ 2342 w 10007"/>
              <a:gd name="connsiteY14" fmla="*/ 9426 h 10000"/>
              <a:gd name="connsiteX15" fmla="*/ 10007 w 10007"/>
              <a:gd name="connsiteY15" fmla="*/ 9426 h 10000"/>
              <a:gd name="connsiteX16" fmla="*/ 10007 w 10007"/>
              <a:gd name="connsiteY16" fmla="*/ 0 h 10000"/>
              <a:gd name="connsiteX0" fmla="*/ 10007 w 10007"/>
              <a:gd name="connsiteY0" fmla="*/ 179 h 9512"/>
              <a:gd name="connsiteX1" fmla="*/ 0 w 10007"/>
              <a:gd name="connsiteY1" fmla="*/ 0 h 9512"/>
              <a:gd name="connsiteX2" fmla="*/ 7 w 10007"/>
              <a:gd name="connsiteY2" fmla="*/ 8938 h 9512"/>
              <a:gd name="connsiteX3" fmla="*/ 1644 w 10007"/>
              <a:gd name="connsiteY3" fmla="*/ 8938 h 9512"/>
              <a:gd name="connsiteX4" fmla="*/ 1957 w 10007"/>
              <a:gd name="connsiteY4" fmla="*/ 9488 h 9512"/>
              <a:gd name="connsiteX5" fmla="*/ 1957 w 10007"/>
              <a:gd name="connsiteY5" fmla="*/ 9488 h 9512"/>
              <a:gd name="connsiteX6" fmla="*/ 1964 w 10007"/>
              <a:gd name="connsiteY6" fmla="*/ 9494 h 9512"/>
              <a:gd name="connsiteX7" fmla="*/ 1974 w 10007"/>
              <a:gd name="connsiteY7" fmla="*/ 9503 h 9512"/>
              <a:gd name="connsiteX8" fmla="*/ 1984 w 10007"/>
              <a:gd name="connsiteY8" fmla="*/ 9512 h 9512"/>
              <a:gd name="connsiteX9" fmla="*/ 1993 w 10007"/>
              <a:gd name="connsiteY9" fmla="*/ 9512 h 9512"/>
              <a:gd name="connsiteX10" fmla="*/ 2004 w 10007"/>
              <a:gd name="connsiteY10" fmla="*/ 9512 h 9512"/>
              <a:gd name="connsiteX11" fmla="*/ 2012 w 10007"/>
              <a:gd name="connsiteY11" fmla="*/ 9503 h 9512"/>
              <a:gd name="connsiteX12" fmla="*/ 2023 w 10007"/>
              <a:gd name="connsiteY12" fmla="*/ 9494 h 9512"/>
              <a:gd name="connsiteX13" fmla="*/ 2030 w 10007"/>
              <a:gd name="connsiteY13" fmla="*/ 9488 h 9512"/>
              <a:gd name="connsiteX14" fmla="*/ 2342 w 10007"/>
              <a:gd name="connsiteY14" fmla="*/ 8938 h 9512"/>
              <a:gd name="connsiteX15" fmla="*/ 10007 w 10007"/>
              <a:gd name="connsiteY15" fmla="*/ 8938 h 9512"/>
              <a:gd name="connsiteX16" fmla="*/ 10007 w 10007"/>
              <a:gd name="connsiteY16" fmla="*/ 179 h 9512"/>
              <a:gd name="connsiteX0" fmla="*/ 10007 w 10007"/>
              <a:gd name="connsiteY0" fmla="*/ 0 h 10051"/>
              <a:gd name="connsiteX1" fmla="*/ 0 w 10007"/>
              <a:gd name="connsiteY1" fmla="*/ 51 h 10051"/>
              <a:gd name="connsiteX2" fmla="*/ 7 w 10007"/>
              <a:gd name="connsiteY2" fmla="*/ 9448 h 10051"/>
              <a:gd name="connsiteX3" fmla="*/ 1643 w 10007"/>
              <a:gd name="connsiteY3" fmla="*/ 9448 h 10051"/>
              <a:gd name="connsiteX4" fmla="*/ 1956 w 10007"/>
              <a:gd name="connsiteY4" fmla="*/ 10026 h 10051"/>
              <a:gd name="connsiteX5" fmla="*/ 1956 w 10007"/>
              <a:gd name="connsiteY5" fmla="*/ 10026 h 10051"/>
              <a:gd name="connsiteX6" fmla="*/ 1963 w 10007"/>
              <a:gd name="connsiteY6" fmla="*/ 10032 h 10051"/>
              <a:gd name="connsiteX7" fmla="*/ 1973 w 10007"/>
              <a:gd name="connsiteY7" fmla="*/ 10042 h 10051"/>
              <a:gd name="connsiteX8" fmla="*/ 1983 w 10007"/>
              <a:gd name="connsiteY8" fmla="*/ 10051 h 10051"/>
              <a:gd name="connsiteX9" fmla="*/ 1992 w 10007"/>
              <a:gd name="connsiteY9" fmla="*/ 10051 h 10051"/>
              <a:gd name="connsiteX10" fmla="*/ 2003 w 10007"/>
              <a:gd name="connsiteY10" fmla="*/ 10051 h 10051"/>
              <a:gd name="connsiteX11" fmla="*/ 2011 w 10007"/>
              <a:gd name="connsiteY11" fmla="*/ 10042 h 10051"/>
              <a:gd name="connsiteX12" fmla="*/ 2022 w 10007"/>
              <a:gd name="connsiteY12" fmla="*/ 10032 h 10051"/>
              <a:gd name="connsiteX13" fmla="*/ 2029 w 10007"/>
              <a:gd name="connsiteY13" fmla="*/ 10026 h 10051"/>
              <a:gd name="connsiteX14" fmla="*/ 2340 w 10007"/>
              <a:gd name="connsiteY14" fmla="*/ 9448 h 10051"/>
              <a:gd name="connsiteX15" fmla="*/ 10000 w 10007"/>
              <a:gd name="connsiteY15" fmla="*/ 9448 h 10051"/>
              <a:gd name="connsiteX16" fmla="*/ 10007 w 10007"/>
              <a:gd name="connsiteY16" fmla="*/ 0 h 10051"/>
              <a:gd name="connsiteX0" fmla="*/ 10001 w 10001"/>
              <a:gd name="connsiteY0" fmla="*/ 0 h 10051"/>
              <a:gd name="connsiteX1" fmla="*/ 1 w 10001"/>
              <a:gd name="connsiteY1" fmla="*/ 0 h 10051"/>
              <a:gd name="connsiteX2" fmla="*/ 1 w 10001"/>
              <a:gd name="connsiteY2" fmla="*/ 9448 h 10051"/>
              <a:gd name="connsiteX3" fmla="*/ 1637 w 10001"/>
              <a:gd name="connsiteY3" fmla="*/ 9448 h 10051"/>
              <a:gd name="connsiteX4" fmla="*/ 1950 w 10001"/>
              <a:gd name="connsiteY4" fmla="*/ 10026 h 10051"/>
              <a:gd name="connsiteX5" fmla="*/ 1950 w 10001"/>
              <a:gd name="connsiteY5" fmla="*/ 10026 h 10051"/>
              <a:gd name="connsiteX6" fmla="*/ 1957 w 10001"/>
              <a:gd name="connsiteY6" fmla="*/ 10032 h 10051"/>
              <a:gd name="connsiteX7" fmla="*/ 1967 w 10001"/>
              <a:gd name="connsiteY7" fmla="*/ 10042 h 10051"/>
              <a:gd name="connsiteX8" fmla="*/ 1977 w 10001"/>
              <a:gd name="connsiteY8" fmla="*/ 10051 h 10051"/>
              <a:gd name="connsiteX9" fmla="*/ 1986 w 10001"/>
              <a:gd name="connsiteY9" fmla="*/ 10051 h 10051"/>
              <a:gd name="connsiteX10" fmla="*/ 1997 w 10001"/>
              <a:gd name="connsiteY10" fmla="*/ 10051 h 10051"/>
              <a:gd name="connsiteX11" fmla="*/ 2005 w 10001"/>
              <a:gd name="connsiteY11" fmla="*/ 10042 h 10051"/>
              <a:gd name="connsiteX12" fmla="*/ 2016 w 10001"/>
              <a:gd name="connsiteY12" fmla="*/ 10032 h 10051"/>
              <a:gd name="connsiteX13" fmla="*/ 2023 w 10001"/>
              <a:gd name="connsiteY13" fmla="*/ 10026 h 10051"/>
              <a:gd name="connsiteX14" fmla="*/ 2334 w 10001"/>
              <a:gd name="connsiteY14" fmla="*/ 9448 h 10051"/>
              <a:gd name="connsiteX15" fmla="*/ 9994 w 10001"/>
              <a:gd name="connsiteY15" fmla="*/ 9448 h 10051"/>
              <a:gd name="connsiteX16" fmla="*/ 10001 w 10001"/>
              <a:gd name="connsiteY16" fmla="*/ 0 h 10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001" h="10051">
                <a:moveTo>
                  <a:pt x="10001" y="0"/>
                </a:moveTo>
                <a:lnTo>
                  <a:pt x="1" y="0"/>
                </a:lnTo>
                <a:cubicBezTo>
                  <a:pt x="3" y="3132"/>
                  <a:pt x="-1" y="6316"/>
                  <a:pt x="1" y="9448"/>
                </a:cubicBezTo>
                <a:lnTo>
                  <a:pt x="1637" y="9448"/>
                </a:lnTo>
                <a:lnTo>
                  <a:pt x="1950" y="10026"/>
                </a:lnTo>
                <a:lnTo>
                  <a:pt x="1950" y="10026"/>
                </a:lnTo>
                <a:cubicBezTo>
                  <a:pt x="1952" y="10028"/>
                  <a:pt x="1955" y="10030"/>
                  <a:pt x="1957" y="10032"/>
                </a:cubicBezTo>
                <a:cubicBezTo>
                  <a:pt x="1960" y="10035"/>
                  <a:pt x="1964" y="10038"/>
                  <a:pt x="1967" y="10042"/>
                </a:cubicBezTo>
                <a:cubicBezTo>
                  <a:pt x="1970" y="10045"/>
                  <a:pt x="1974" y="10048"/>
                  <a:pt x="1977" y="10051"/>
                </a:cubicBezTo>
                <a:lnTo>
                  <a:pt x="1986" y="10051"/>
                </a:lnTo>
                <a:lnTo>
                  <a:pt x="1997" y="10051"/>
                </a:lnTo>
                <a:cubicBezTo>
                  <a:pt x="2000" y="10048"/>
                  <a:pt x="2002" y="10045"/>
                  <a:pt x="2005" y="10042"/>
                </a:cubicBezTo>
                <a:cubicBezTo>
                  <a:pt x="2009" y="10038"/>
                  <a:pt x="2012" y="10035"/>
                  <a:pt x="2016" y="10032"/>
                </a:cubicBezTo>
                <a:cubicBezTo>
                  <a:pt x="2018" y="10030"/>
                  <a:pt x="2021" y="10028"/>
                  <a:pt x="2023" y="10026"/>
                </a:cubicBezTo>
                <a:lnTo>
                  <a:pt x="2334" y="9448"/>
                </a:lnTo>
                <a:lnTo>
                  <a:pt x="9994" y="9448"/>
                </a:lnTo>
                <a:cubicBezTo>
                  <a:pt x="9996" y="6299"/>
                  <a:pt x="9999" y="3149"/>
                  <a:pt x="10001" y="0"/>
                </a:cubicBezTo>
                <a:close/>
              </a:path>
            </a:pathLst>
          </a:custGeom>
          <a:pattFill prst="wdDnDiag">
            <a:fgClr>
              <a:schemeClr val="tx1">
                <a:lumMod val="65000"/>
                <a:lumOff val="35000"/>
              </a:schemeClr>
            </a:fgClr>
            <a:bgClr>
              <a:schemeClr val="bg1">
                <a:lumMod val="50000"/>
              </a:schemeClr>
            </a:bgClr>
          </a:pattFill>
          <a:ln>
            <a:solidFill>
              <a:schemeClr val="bg1">
                <a:lumMod val="50000"/>
              </a:schemeClr>
            </a:solidFill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223005"/>
            <a:ext cx="10572000" cy="2971051"/>
          </a:xfrm>
        </p:spPr>
        <p:txBody>
          <a:bodyPr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054705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53D0-44E1-5B49-A222-7F68514054A2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8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2" y="-9177"/>
            <a:ext cx="12191998" cy="3706960"/>
          </a:xfrm>
          <a:custGeom>
            <a:avLst/>
            <a:gdLst>
              <a:gd name="connsiteX0" fmla="*/ 0 w 10000"/>
              <a:gd name="connsiteY0" fmla="*/ 0 h 10000"/>
              <a:gd name="connsiteX1" fmla="*/ 9980 w 10000"/>
              <a:gd name="connsiteY1" fmla="*/ 2861 h 10000"/>
              <a:gd name="connsiteX2" fmla="*/ 10000 w 10000"/>
              <a:gd name="connsiteY2" fmla="*/ 9426 h 10000"/>
              <a:gd name="connsiteX3" fmla="*/ 8363 w 10000"/>
              <a:gd name="connsiteY3" fmla="*/ 9426 h 10000"/>
              <a:gd name="connsiteX4" fmla="*/ 8050 w 10000"/>
              <a:gd name="connsiteY4" fmla="*/ 9976 h 10000"/>
              <a:gd name="connsiteX5" fmla="*/ 8050 w 10000"/>
              <a:gd name="connsiteY5" fmla="*/ 9976 h 10000"/>
              <a:gd name="connsiteX6" fmla="*/ 8043 w 10000"/>
              <a:gd name="connsiteY6" fmla="*/ 9982 h 10000"/>
              <a:gd name="connsiteX7" fmla="*/ 8033 w 10000"/>
              <a:gd name="connsiteY7" fmla="*/ 9991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91 h 10000"/>
              <a:gd name="connsiteX12" fmla="*/ 7984 w 10000"/>
              <a:gd name="connsiteY12" fmla="*/ 9982 h 10000"/>
              <a:gd name="connsiteX13" fmla="*/ 7977 w 10000"/>
              <a:gd name="connsiteY13" fmla="*/ 9976 h 10000"/>
              <a:gd name="connsiteX14" fmla="*/ 7665 w 10000"/>
              <a:gd name="connsiteY14" fmla="*/ 9426 h 10000"/>
              <a:gd name="connsiteX15" fmla="*/ 0 w 10000"/>
              <a:gd name="connsiteY15" fmla="*/ 9426 h 10000"/>
              <a:gd name="connsiteX16" fmla="*/ 0 w 10000"/>
              <a:gd name="connsiteY16" fmla="*/ 0 h 10000"/>
              <a:gd name="connsiteX17" fmla="*/ 0 w 10000"/>
              <a:gd name="connsiteY17" fmla="*/ 0 h 10000"/>
              <a:gd name="connsiteX0" fmla="*/ 53 w 10000"/>
              <a:gd name="connsiteY0" fmla="*/ 2815 h 10000"/>
              <a:gd name="connsiteX1" fmla="*/ 9980 w 10000"/>
              <a:gd name="connsiteY1" fmla="*/ 2861 h 10000"/>
              <a:gd name="connsiteX2" fmla="*/ 10000 w 10000"/>
              <a:gd name="connsiteY2" fmla="*/ 9426 h 10000"/>
              <a:gd name="connsiteX3" fmla="*/ 8363 w 10000"/>
              <a:gd name="connsiteY3" fmla="*/ 9426 h 10000"/>
              <a:gd name="connsiteX4" fmla="*/ 8050 w 10000"/>
              <a:gd name="connsiteY4" fmla="*/ 9976 h 10000"/>
              <a:gd name="connsiteX5" fmla="*/ 8050 w 10000"/>
              <a:gd name="connsiteY5" fmla="*/ 9976 h 10000"/>
              <a:gd name="connsiteX6" fmla="*/ 8043 w 10000"/>
              <a:gd name="connsiteY6" fmla="*/ 9982 h 10000"/>
              <a:gd name="connsiteX7" fmla="*/ 8033 w 10000"/>
              <a:gd name="connsiteY7" fmla="*/ 9991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91 h 10000"/>
              <a:gd name="connsiteX12" fmla="*/ 7984 w 10000"/>
              <a:gd name="connsiteY12" fmla="*/ 9982 h 10000"/>
              <a:gd name="connsiteX13" fmla="*/ 7977 w 10000"/>
              <a:gd name="connsiteY13" fmla="*/ 9976 h 10000"/>
              <a:gd name="connsiteX14" fmla="*/ 7665 w 10000"/>
              <a:gd name="connsiteY14" fmla="*/ 9426 h 10000"/>
              <a:gd name="connsiteX15" fmla="*/ 0 w 10000"/>
              <a:gd name="connsiteY15" fmla="*/ 9426 h 10000"/>
              <a:gd name="connsiteX16" fmla="*/ 0 w 10000"/>
              <a:gd name="connsiteY16" fmla="*/ 0 h 10000"/>
              <a:gd name="connsiteX17" fmla="*/ 53 w 10000"/>
              <a:gd name="connsiteY17" fmla="*/ 2815 h 10000"/>
              <a:gd name="connsiteX0" fmla="*/ 53 w 10000"/>
              <a:gd name="connsiteY0" fmla="*/ 0 h 7185"/>
              <a:gd name="connsiteX1" fmla="*/ 9980 w 10000"/>
              <a:gd name="connsiteY1" fmla="*/ 46 h 7185"/>
              <a:gd name="connsiteX2" fmla="*/ 10000 w 10000"/>
              <a:gd name="connsiteY2" fmla="*/ 6611 h 7185"/>
              <a:gd name="connsiteX3" fmla="*/ 8363 w 10000"/>
              <a:gd name="connsiteY3" fmla="*/ 6611 h 7185"/>
              <a:gd name="connsiteX4" fmla="*/ 8050 w 10000"/>
              <a:gd name="connsiteY4" fmla="*/ 7161 h 7185"/>
              <a:gd name="connsiteX5" fmla="*/ 8050 w 10000"/>
              <a:gd name="connsiteY5" fmla="*/ 7161 h 7185"/>
              <a:gd name="connsiteX6" fmla="*/ 8043 w 10000"/>
              <a:gd name="connsiteY6" fmla="*/ 7167 h 7185"/>
              <a:gd name="connsiteX7" fmla="*/ 8033 w 10000"/>
              <a:gd name="connsiteY7" fmla="*/ 7176 h 7185"/>
              <a:gd name="connsiteX8" fmla="*/ 8023 w 10000"/>
              <a:gd name="connsiteY8" fmla="*/ 7185 h 7185"/>
              <a:gd name="connsiteX9" fmla="*/ 8014 w 10000"/>
              <a:gd name="connsiteY9" fmla="*/ 7185 h 7185"/>
              <a:gd name="connsiteX10" fmla="*/ 8003 w 10000"/>
              <a:gd name="connsiteY10" fmla="*/ 7185 h 7185"/>
              <a:gd name="connsiteX11" fmla="*/ 7995 w 10000"/>
              <a:gd name="connsiteY11" fmla="*/ 7176 h 7185"/>
              <a:gd name="connsiteX12" fmla="*/ 7984 w 10000"/>
              <a:gd name="connsiteY12" fmla="*/ 7167 h 7185"/>
              <a:gd name="connsiteX13" fmla="*/ 7977 w 10000"/>
              <a:gd name="connsiteY13" fmla="*/ 7161 h 7185"/>
              <a:gd name="connsiteX14" fmla="*/ 7665 w 10000"/>
              <a:gd name="connsiteY14" fmla="*/ 6611 h 7185"/>
              <a:gd name="connsiteX15" fmla="*/ 0 w 10000"/>
              <a:gd name="connsiteY15" fmla="*/ 6611 h 7185"/>
              <a:gd name="connsiteX16" fmla="*/ 53 w 10000"/>
              <a:gd name="connsiteY16" fmla="*/ 0 h 7185"/>
              <a:gd name="connsiteX0" fmla="*/ 53 w 10004"/>
              <a:gd name="connsiteY0" fmla="*/ 0 h 10000"/>
              <a:gd name="connsiteX1" fmla="*/ 10003 w 10004"/>
              <a:gd name="connsiteY1" fmla="*/ 115 h 10000"/>
              <a:gd name="connsiteX2" fmla="*/ 10000 w 10004"/>
              <a:gd name="connsiteY2" fmla="*/ 9201 h 10000"/>
              <a:gd name="connsiteX3" fmla="*/ 8363 w 10004"/>
              <a:gd name="connsiteY3" fmla="*/ 9201 h 10000"/>
              <a:gd name="connsiteX4" fmla="*/ 8050 w 10004"/>
              <a:gd name="connsiteY4" fmla="*/ 9967 h 10000"/>
              <a:gd name="connsiteX5" fmla="*/ 8050 w 10004"/>
              <a:gd name="connsiteY5" fmla="*/ 9967 h 10000"/>
              <a:gd name="connsiteX6" fmla="*/ 8043 w 10004"/>
              <a:gd name="connsiteY6" fmla="*/ 9975 h 10000"/>
              <a:gd name="connsiteX7" fmla="*/ 8033 w 10004"/>
              <a:gd name="connsiteY7" fmla="*/ 9987 h 10000"/>
              <a:gd name="connsiteX8" fmla="*/ 8023 w 10004"/>
              <a:gd name="connsiteY8" fmla="*/ 10000 h 10000"/>
              <a:gd name="connsiteX9" fmla="*/ 8014 w 10004"/>
              <a:gd name="connsiteY9" fmla="*/ 10000 h 10000"/>
              <a:gd name="connsiteX10" fmla="*/ 8003 w 10004"/>
              <a:gd name="connsiteY10" fmla="*/ 10000 h 10000"/>
              <a:gd name="connsiteX11" fmla="*/ 7995 w 10004"/>
              <a:gd name="connsiteY11" fmla="*/ 9987 h 10000"/>
              <a:gd name="connsiteX12" fmla="*/ 7984 w 10004"/>
              <a:gd name="connsiteY12" fmla="*/ 9975 h 10000"/>
              <a:gd name="connsiteX13" fmla="*/ 7977 w 10004"/>
              <a:gd name="connsiteY13" fmla="*/ 9967 h 10000"/>
              <a:gd name="connsiteX14" fmla="*/ 7665 w 10004"/>
              <a:gd name="connsiteY14" fmla="*/ 9201 h 10000"/>
              <a:gd name="connsiteX15" fmla="*/ 0 w 10004"/>
              <a:gd name="connsiteY15" fmla="*/ 9201 h 10000"/>
              <a:gd name="connsiteX16" fmla="*/ 53 w 10004"/>
              <a:gd name="connsiteY16" fmla="*/ 0 h 10000"/>
              <a:gd name="connsiteX0" fmla="*/ 53 w 10000"/>
              <a:gd name="connsiteY0" fmla="*/ 0 h 10000"/>
              <a:gd name="connsiteX1" fmla="*/ 9993 w 10000"/>
              <a:gd name="connsiteY1" fmla="*/ 123 h 10000"/>
              <a:gd name="connsiteX2" fmla="*/ 10000 w 10000"/>
              <a:gd name="connsiteY2" fmla="*/ 9201 h 10000"/>
              <a:gd name="connsiteX3" fmla="*/ 8363 w 10000"/>
              <a:gd name="connsiteY3" fmla="*/ 9201 h 10000"/>
              <a:gd name="connsiteX4" fmla="*/ 8050 w 10000"/>
              <a:gd name="connsiteY4" fmla="*/ 9967 h 10000"/>
              <a:gd name="connsiteX5" fmla="*/ 8050 w 10000"/>
              <a:gd name="connsiteY5" fmla="*/ 9967 h 10000"/>
              <a:gd name="connsiteX6" fmla="*/ 8043 w 10000"/>
              <a:gd name="connsiteY6" fmla="*/ 9975 h 10000"/>
              <a:gd name="connsiteX7" fmla="*/ 8033 w 10000"/>
              <a:gd name="connsiteY7" fmla="*/ 9987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87 h 10000"/>
              <a:gd name="connsiteX12" fmla="*/ 7984 w 10000"/>
              <a:gd name="connsiteY12" fmla="*/ 9975 h 10000"/>
              <a:gd name="connsiteX13" fmla="*/ 7977 w 10000"/>
              <a:gd name="connsiteY13" fmla="*/ 9967 h 10000"/>
              <a:gd name="connsiteX14" fmla="*/ 7665 w 10000"/>
              <a:gd name="connsiteY14" fmla="*/ 9201 h 10000"/>
              <a:gd name="connsiteX15" fmla="*/ 0 w 10000"/>
              <a:gd name="connsiteY15" fmla="*/ 9201 h 10000"/>
              <a:gd name="connsiteX16" fmla="*/ 53 w 10000"/>
              <a:gd name="connsiteY16" fmla="*/ 0 h 10000"/>
              <a:gd name="connsiteX0" fmla="*/ 53 w 10000"/>
              <a:gd name="connsiteY0" fmla="*/ 0 h 10000"/>
              <a:gd name="connsiteX1" fmla="*/ 9998 w 10000"/>
              <a:gd name="connsiteY1" fmla="*/ 131 h 10000"/>
              <a:gd name="connsiteX2" fmla="*/ 10000 w 10000"/>
              <a:gd name="connsiteY2" fmla="*/ 9201 h 10000"/>
              <a:gd name="connsiteX3" fmla="*/ 8363 w 10000"/>
              <a:gd name="connsiteY3" fmla="*/ 9201 h 10000"/>
              <a:gd name="connsiteX4" fmla="*/ 8050 w 10000"/>
              <a:gd name="connsiteY4" fmla="*/ 9967 h 10000"/>
              <a:gd name="connsiteX5" fmla="*/ 8050 w 10000"/>
              <a:gd name="connsiteY5" fmla="*/ 9967 h 10000"/>
              <a:gd name="connsiteX6" fmla="*/ 8043 w 10000"/>
              <a:gd name="connsiteY6" fmla="*/ 9975 h 10000"/>
              <a:gd name="connsiteX7" fmla="*/ 8033 w 10000"/>
              <a:gd name="connsiteY7" fmla="*/ 9987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87 h 10000"/>
              <a:gd name="connsiteX12" fmla="*/ 7984 w 10000"/>
              <a:gd name="connsiteY12" fmla="*/ 9975 h 10000"/>
              <a:gd name="connsiteX13" fmla="*/ 7977 w 10000"/>
              <a:gd name="connsiteY13" fmla="*/ 9967 h 10000"/>
              <a:gd name="connsiteX14" fmla="*/ 7665 w 10000"/>
              <a:gd name="connsiteY14" fmla="*/ 9201 h 10000"/>
              <a:gd name="connsiteX15" fmla="*/ 0 w 10000"/>
              <a:gd name="connsiteY15" fmla="*/ 9201 h 10000"/>
              <a:gd name="connsiteX16" fmla="*/ 53 w 10000"/>
              <a:gd name="connsiteY16" fmla="*/ 0 h 10000"/>
              <a:gd name="connsiteX0" fmla="*/ 53 w 10000"/>
              <a:gd name="connsiteY0" fmla="*/ 0 h 10000"/>
              <a:gd name="connsiteX1" fmla="*/ 9998 w 10000"/>
              <a:gd name="connsiteY1" fmla="*/ 131 h 10000"/>
              <a:gd name="connsiteX2" fmla="*/ 10000 w 10000"/>
              <a:gd name="connsiteY2" fmla="*/ 9201 h 10000"/>
              <a:gd name="connsiteX3" fmla="*/ 8363 w 10000"/>
              <a:gd name="connsiteY3" fmla="*/ 9201 h 10000"/>
              <a:gd name="connsiteX4" fmla="*/ 8050 w 10000"/>
              <a:gd name="connsiteY4" fmla="*/ 9967 h 10000"/>
              <a:gd name="connsiteX5" fmla="*/ 8050 w 10000"/>
              <a:gd name="connsiteY5" fmla="*/ 9967 h 10000"/>
              <a:gd name="connsiteX6" fmla="*/ 8043 w 10000"/>
              <a:gd name="connsiteY6" fmla="*/ 9975 h 10000"/>
              <a:gd name="connsiteX7" fmla="*/ 8033 w 10000"/>
              <a:gd name="connsiteY7" fmla="*/ 9987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87 h 10000"/>
              <a:gd name="connsiteX12" fmla="*/ 7984 w 10000"/>
              <a:gd name="connsiteY12" fmla="*/ 9975 h 10000"/>
              <a:gd name="connsiteX13" fmla="*/ 7977 w 10000"/>
              <a:gd name="connsiteY13" fmla="*/ 9967 h 10000"/>
              <a:gd name="connsiteX14" fmla="*/ 7665 w 10000"/>
              <a:gd name="connsiteY14" fmla="*/ 9201 h 10000"/>
              <a:gd name="connsiteX15" fmla="*/ 0 w 10000"/>
              <a:gd name="connsiteY15" fmla="*/ 9201 h 10000"/>
              <a:gd name="connsiteX16" fmla="*/ 53 w 10000"/>
              <a:gd name="connsiteY16" fmla="*/ 0 h 10000"/>
              <a:gd name="connsiteX0" fmla="*/ 5 w 10004"/>
              <a:gd name="connsiteY0" fmla="*/ 0 h 9873"/>
              <a:gd name="connsiteX1" fmla="*/ 10002 w 10004"/>
              <a:gd name="connsiteY1" fmla="*/ 4 h 9873"/>
              <a:gd name="connsiteX2" fmla="*/ 10004 w 10004"/>
              <a:gd name="connsiteY2" fmla="*/ 9074 h 9873"/>
              <a:gd name="connsiteX3" fmla="*/ 8367 w 10004"/>
              <a:gd name="connsiteY3" fmla="*/ 9074 h 9873"/>
              <a:gd name="connsiteX4" fmla="*/ 8054 w 10004"/>
              <a:gd name="connsiteY4" fmla="*/ 9840 h 9873"/>
              <a:gd name="connsiteX5" fmla="*/ 8054 w 10004"/>
              <a:gd name="connsiteY5" fmla="*/ 9840 h 9873"/>
              <a:gd name="connsiteX6" fmla="*/ 8047 w 10004"/>
              <a:gd name="connsiteY6" fmla="*/ 9848 h 9873"/>
              <a:gd name="connsiteX7" fmla="*/ 8037 w 10004"/>
              <a:gd name="connsiteY7" fmla="*/ 9860 h 9873"/>
              <a:gd name="connsiteX8" fmla="*/ 8027 w 10004"/>
              <a:gd name="connsiteY8" fmla="*/ 9873 h 9873"/>
              <a:gd name="connsiteX9" fmla="*/ 8018 w 10004"/>
              <a:gd name="connsiteY9" fmla="*/ 9873 h 9873"/>
              <a:gd name="connsiteX10" fmla="*/ 8007 w 10004"/>
              <a:gd name="connsiteY10" fmla="*/ 9873 h 9873"/>
              <a:gd name="connsiteX11" fmla="*/ 7999 w 10004"/>
              <a:gd name="connsiteY11" fmla="*/ 9860 h 9873"/>
              <a:gd name="connsiteX12" fmla="*/ 7988 w 10004"/>
              <a:gd name="connsiteY12" fmla="*/ 9848 h 9873"/>
              <a:gd name="connsiteX13" fmla="*/ 7981 w 10004"/>
              <a:gd name="connsiteY13" fmla="*/ 9840 h 9873"/>
              <a:gd name="connsiteX14" fmla="*/ 7669 w 10004"/>
              <a:gd name="connsiteY14" fmla="*/ 9074 h 9873"/>
              <a:gd name="connsiteX15" fmla="*/ 4 w 10004"/>
              <a:gd name="connsiteY15" fmla="*/ 9074 h 9873"/>
              <a:gd name="connsiteX16" fmla="*/ 5 w 10004"/>
              <a:gd name="connsiteY16" fmla="*/ 0 h 9873"/>
              <a:gd name="connsiteX0" fmla="*/ 1 w 9996"/>
              <a:gd name="connsiteY0" fmla="*/ 0 h 10000"/>
              <a:gd name="connsiteX1" fmla="*/ 9994 w 9996"/>
              <a:gd name="connsiteY1" fmla="*/ 4 h 10000"/>
              <a:gd name="connsiteX2" fmla="*/ 9996 w 9996"/>
              <a:gd name="connsiteY2" fmla="*/ 9191 h 10000"/>
              <a:gd name="connsiteX3" fmla="*/ 8360 w 9996"/>
              <a:gd name="connsiteY3" fmla="*/ 9191 h 10000"/>
              <a:gd name="connsiteX4" fmla="*/ 8047 w 9996"/>
              <a:gd name="connsiteY4" fmla="*/ 9967 h 10000"/>
              <a:gd name="connsiteX5" fmla="*/ 8047 w 9996"/>
              <a:gd name="connsiteY5" fmla="*/ 9967 h 10000"/>
              <a:gd name="connsiteX6" fmla="*/ 8040 w 9996"/>
              <a:gd name="connsiteY6" fmla="*/ 9975 h 10000"/>
              <a:gd name="connsiteX7" fmla="*/ 8030 w 9996"/>
              <a:gd name="connsiteY7" fmla="*/ 9987 h 10000"/>
              <a:gd name="connsiteX8" fmla="*/ 8020 w 9996"/>
              <a:gd name="connsiteY8" fmla="*/ 10000 h 10000"/>
              <a:gd name="connsiteX9" fmla="*/ 8011 w 9996"/>
              <a:gd name="connsiteY9" fmla="*/ 10000 h 10000"/>
              <a:gd name="connsiteX10" fmla="*/ 8000 w 9996"/>
              <a:gd name="connsiteY10" fmla="*/ 10000 h 10000"/>
              <a:gd name="connsiteX11" fmla="*/ 7992 w 9996"/>
              <a:gd name="connsiteY11" fmla="*/ 9987 h 10000"/>
              <a:gd name="connsiteX12" fmla="*/ 7981 w 9996"/>
              <a:gd name="connsiteY12" fmla="*/ 9975 h 10000"/>
              <a:gd name="connsiteX13" fmla="*/ 7974 w 9996"/>
              <a:gd name="connsiteY13" fmla="*/ 9967 h 10000"/>
              <a:gd name="connsiteX14" fmla="*/ 7662 w 9996"/>
              <a:gd name="connsiteY14" fmla="*/ 9191 h 10000"/>
              <a:gd name="connsiteX15" fmla="*/ 0 w 9996"/>
              <a:gd name="connsiteY15" fmla="*/ 9191 h 10000"/>
              <a:gd name="connsiteX16" fmla="*/ 1 w 9996"/>
              <a:gd name="connsiteY16" fmla="*/ 0 h 10000"/>
              <a:gd name="connsiteX0" fmla="*/ 1 w 10000"/>
              <a:gd name="connsiteY0" fmla="*/ 0 h 10000"/>
              <a:gd name="connsiteX1" fmla="*/ 9998 w 10000"/>
              <a:gd name="connsiteY1" fmla="*/ 4 h 10000"/>
              <a:gd name="connsiteX2" fmla="*/ 10000 w 10000"/>
              <a:gd name="connsiteY2" fmla="*/ 9191 h 10000"/>
              <a:gd name="connsiteX3" fmla="*/ 8363 w 10000"/>
              <a:gd name="connsiteY3" fmla="*/ 9191 h 10000"/>
              <a:gd name="connsiteX4" fmla="*/ 8050 w 10000"/>
              <a:gd name="connsiteY4" fmla="*/ 9967 h 10000"/>
              <a:gd name="connsiteX5" fmla="*/ 8050 w 10000"/>
              <a:gd name="connsiteY5" fmla="*/ 9967 h 10000"/>
              <a:gd name="connsiteX6" fmla="*/ 8043 w 10000"/>
              <a:gd name="connsiteY6" fmla="*/ 9975 h 10000"/>
              <a:gd name="connsiteX7" fmla="*/ 8033 w 10000"/>
              <a:gd name="connsiteY7" fmla="*/ 9987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87 h 10000"/>
              <a:gd name="connsiteX12" fmla="*/ 7984 w 10000"/>
              <a:gd name="connsiteY12" fmla="*/ 9975 h 10000"/>
              <a:gd name="connsiteX13" fmla="*/ 7977 w 10000"/>
              <a:gd name="connsiteY13" fmla="*/ 9967 h 10000"/>
              <a:gd name="connsiteX14" fmla="*/ 7665 w 10000"/>
              <a:gd name="connsiteY14" fmla="*/ 9191 h 10000"/>
              <a:gd name="connsiteX15" fmla="*/ 0 w 10000"/>
              <a:gd name="connsiteY15" fmla="*/ 9191 h 10000"/>
              <a:gd name="connsiteX16" fmla="*/ 1 w 10000"/>
              <a:gd name="connsiteY16" fmla="*/ 0 h 10000"/>
              <a:gd name="connsiteX0" fmla="*/ 1 w 10000"/>
              <a:gd name="connsiteY0" fmla="*/ 0 h 10000"/>
              <a:gd name="connsiteX1" fmla="*/ 9998 w 10000"/>
              <a:gd name="connsiteY1" fmla="*/ 4 h 10000"/>
              <a:gd name="connsiteX2" fmla="*/ 10000 w 10000"/>
              <a:gd name="connsiteY2" fmla="*/ 9191 h 10000"/>
              <a:gd name="connsiteX3" fmla="*/ 8363 w 10000"/>
              <a:gd name="connsiteY3" fmla="*/ 9191 h 10000"/>
              <a:gd name="connsiteX4" fmla="*/ 8050 w 10000"/>
              <a:gd name="connsiteY4" fmla="*/ 9967 h 10000"/>
              <a:gd name="connsiteX5" fmla="*/ 8050 w 10000"/>
              <a:gd name="connsiteY5" fmla="*/ 9967 h 10000"/>
              <a:gd name="connsiteX6" fmla="*/ 8043 w 10000"/>
              <a:gd name="connsiteY6" fmla="*/ 9975 h 10000"/>
              <a:gd name="connsiteX7" fmla="*/ 8033 w 10000"/>
              <a:gd name="connsiteY7" fmla="*/ 9987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87 h 10000"/>
              <a:gd name="connsiteX12" fmla="*/ 7984 w 10000"/>
              <a:gd name="connsiteY12" fmla="*/ 9975 h 10000"/>
              <a:gd name="connsiteX13" fmla="*/ 7977 w 10000"/>
              <a:gd name="connsiteY13" fmla="*/ 9967 h 10000"/>
              <a:gd name="connsiteX14" fmla="*/ 7665 w 10000"/>
              <a:gd name="connsiteY14" fmla="*/ 9191 h 10000"/>
              <a:gd name="connsiteX15" fmla="*/ 0 w 10000"/>
              <a:gd name="connsiteY15" fmla="*/ 9191 h 10000"/>
              <a:gd name="connsiteX16" fmla="*/ 1 w 10000"/>
              <a:gd name="connsiteY16" fmla="*/ 0 h 10000"/>
              <a:gd name="connsiteX0" fmla="*/ 4 w 10000"/>
              <a:gd name="connsiteY0" fmla="*/ 5 h 9996"/>
              <a:gd name="connsiteX1" fmla="*/ 9998 w 10000"/>
              <a:gd name="connsiteY1" fmla="*/ 0 h 9996"/>
              <a:gd name="connsiteX2" fmla="*/ 10000 w 10000"/>
              <a:gd name="connsiteY2" fmla="*/ 9187 h 9996"/>
              <a:gd name="connsiteX3" fmla="*/ 8363 w 10000"/>
              <a:gd name="connsiteY3" fmla="*/ 9187 h 9996"/>
              <a:gd name="connsiteX4" fmla="*/ 8050 w 10000"/>
              <a:gd name="connsiteY4" fmla="*/ 9963 h 9996"/>
              <a:gd name="connsiteX5" fmla="*/ 8050 w 10000"/>
              <a:gd name="connsiteY5" fmla="*/ 9963 h 9996"/>
              <a:gd name="connsiteX6" fmla="*/ 8043 w 10000"/>
              <a:gd name="connsiteY6" fmla="*/ 9971 h 9996"/>
              <a:gd name="connsiteX7" fmla="*/ 8033 w 10000"/>
              <a:gd name="connsiteY7" fmla="*/ 9983 h 9996"/>
              <a:gd name="connsiteX8" fmla="*/ 8023 w 10000"/>
              <a:gd name="connsiteY8" fmla="*/ 9996 h 9996"/>
              <a:gd name="connsiteX9" fmla="*/ 8014 w 10000"/>
              <a:gd name="connsiteY9" fmla="*/ 9996 h 9996"/>
              <a:gd name="connsiteX10" fmla="*/ 8003 w 10000"/>
              <a:gd name="connsiteY10" fmla="*/ 9996 h 9996"/>
              <a:gd name="connsiteX11" fmla="*/ 7995 w 10000"/>
              <a:gd name="connsiteY11" fmla="*/ 9983 h 9996"/>
              <a:gd name="connsiteX12" fmla="*/ 7984 w 10000"/>
              <a:gd name="connsiteY12" fmla="*/ 9971 h 9996"/>
              <a:gd name="connsiteX13" fmla="*/ 7977 w 10000"/>
              <a:gd name="connsiteY13" fmla="*/ 9963 h 9996"/>
              <a:gd name="connsiteX14" fmla="*/ 7665 w 10000"/>
              <a:gd name="connsiteY14" fmla="*/ 9187 h 9996"/>
              <a:gd name="connsiteX15" fmla="*/ 0 w 10000"/>
              <a:gd name="connsiteY15" fmla="*/ 9187 h 9996"/>
              <a:gd name="connsiteX16" fmla="*/ 4 w 10000"/>
              <a:gd name="connsiteY16" fmla="*/ 5 h 9996"/>
              <a:gd name="connsiteX0" fmla="*/ 4 w 10000"/>
              <a:gd name="connsiteY0" fmla="*/ 5 h 10000"/>
              <a:gd name="connsiteX1" fmla="*/ 9998 w 10000"/>
              <a:gd name="connsiteY1" fmla="*/ 0 h 10000"/>
              <a:gd name="connsiteX2" fmla="*/ 10000 w 10000"/>
              <a:gd name="connsiteY2" fmla="*/ 9191 h 10000"/>
              <a:gd name="connsiteX3" fmla="*/ 8363 w 10000"/>
              <a:gd name="connsiteY3" fmla="*/ 9191 h 10000"/>
              <a:gd name="connsiteX4" fmla="*/ 8050 w 10000"/>
              <a:gd name="connsiteY4" fmla="*/ 9967 h 10000"/>
              <a:gd name="connsiteX5" fmla="*/ 8050 w 10000"/>
              <a:gd name="connsiteY5" fmla="*/ 9967 h 10000"/>
              <a:gd name="connsiteX6" fmla="*/ 8043 w 10000"/>
              <a:gd name="connsiteY6" fmla="*/ 9975 h 10000"/>
              <a:gd name="connsiteX7" fmla="*/ 8033 w 10000"/>
              <a:gd name="connsiteY7" fmla="*/ 9987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87 h 10000"/>
              <a:gd name="connsiteX12" fmla="*/ 7984 w 10000"/>
              <a:gd name="connsiteY12" fmla="*/ 9975 h 10000"/>
              <a:gd name="connsiteX13" fmla="*/ 7977 w 10000"/>
              <a:gd name="connsiteY13" fmla="*/ 9967 h 10000"/>
              <a:gd name="connsiteX14" fmla="*/ 7665 w 10000"/>
              <a:gd name="connsiteY14" fmla="*/ 9191 h 10000"/>
              <a:gd name="connsiteX15" fmla="*/ 0 w 10000"/>
              <a:gd name="connsiteY15" fmla="*/ 9191 h 10000"/>
              <a:gd name="connsiteX16" fmla="*/ 4 w 10000"/>
              <a:gd name="connsiteY16" fmla="*/ 5 h 10000"/>
              <a:gd name="connsiteX0" fmla="*/ 4 w 10000"/>
              <a:gd name="connsiteY0" fmla="*/ 5 h 10000"/>
              <a:gd name="connsiteX1" fmla="*/ 9998 w 10000"/>
              <a:gd name="connsiteY1" fmla="*/ 0 h 10000"/>
              <a:gd name="connsiteX2" fmla="*/ 10000 w 10000"/>
              <a:gd name="connsiteY2" fmla="*/ 9191 h 10000"/>
              <a:gd name="connsiteX3" fmla="*/ 8363 w 10000"/>
              <a:gd name="connsiteY3" fmla="*/ 9191 h 10000"/>
              <a:gd name="connsiteX4" fmla="*/ 8050 w 10000"/>
              <a:gd name="connsiteY4" fmla="*/ 9967 h 10000"/>
              <a:gd name="connsiteX5" fmla="*/ 8050 w 10000"/>
              <a:gd name="connsiteY5" fmla="*/ 9967 h 10000"/>
              <a:gd name="connsiteX6" fmla="*/ 8043 w 10000"/>
              <a:gd name="connsiteY6" fmla="*/ 9975 h 10000"/>
              <a:gd name="connsiteX7" fmla="*/ 8033 w 10000"/>
              <a:gd name="connsiteY7" fmla="*/ 9987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87 h 10000"/>
              <a:gd name="connsiteX12" fmla="*/ 7984 w 10000"/>
              <a:gd name="connsiteY12" fmla="*/ 9975 h 10000"/>
              <a:gd name="connsiteX13" fmla="*/ 7977 w 10000"/>
              <a:gd name="connsiteY13" fmla="*/ 9967 h 10000"/>
              <a:gd name="connsiteX14" fmla="*/ 7665 w 10000"/>
              <a:gd name="connsiteY14" fmla="*/ 9191 h 10000"/>
              <a:gd name="connsiteX15" fmla="*/ 0 w 10000"/>
              <a:gd name="connsiteY15" fmla="*/ 9191 h 10000"/>
              <a:gd name="connsiteX16" fmla="*/ 4 w 10000"/>
              <a:gd name="connsiteY16" fmla="*/ 5 h 10000"/>
              <a:gd name="connsiteX0" fmla="*/ 5 w 10001"/>
              <a:gd name="connsiteY0" fmla="*/ 5 h 10000"/>
              <a:gd name="connsiteX1" fmla="*/ 9999 w 10001"/>
              <a:gd name="connsiteY1" fmla="*/ 0 h 10000"/>
              <a:gd name="connsiteX2" fmla="*/ 10001 w 10001"/>
              <a:gd name="connsiteY2" fmla="*/ 9191 h 10000"/>
              <a:gd name="connsiteX3" fmla="*/ 8364 w 10001"/>
              <a:gd name="connsiteY3" fmla="*/ 9191 h 10000"/>
              <a:gd name="connsiteX4" fmla="*/ 8051 w 10001"/>
              <a:gd name="connsiteY4" fmla="*/ 9967 h 10000"/>
              <a:gd name="connsiteX5" fmla="*/ 8051 w 10001"/>
              <a:gd name="connsiteY5" fmla="*/ 9967 h 10000"/>
              <a:gd name="connsiteX6" fmla="*/ 8044 w 10001"/>
              <a:gd name="connsiteY6" fmla="*/ 9975 h 10000"/>
              <a:gd name="connsiteX7" fmla="*/ 8034 w 10001"/>
              <a:gd name="connsiteY7" fmla="*/ 9987 h 10000"/>
              <a:gd name="connsiteX8" fmla="*/ 8024 w 10001"/>
              <a:gd name="connsiteY8" fmla="*/ 10000 h 10000"/>
              <a:gd name="connsiteX9" fmla="*/ 8015 w 10001"/>
              <a:gd name="connsiteY9" fmla="*/ 10000 h 10000"/>
              <a:gd name="connsiteX10" fmla="*/ 8004 w 10001"/>
              <a:gd name="connsiteY10" fmla="*/ 10000 h 10000"/>
              <a:gd name="connsiteX11" fmla="*/ 7996 w 10001"/>
              <a:gd name="connsiteY11" fmla="*/ 9987 h 10000"/>
              <a:gd name="connsiteX12" fmla="*/ 7985 w 10001"/>
              <a:gd name="connsiteY12" fmla="*/ 9975 h 10000"/>
              <a:gd name="connsiteX13" fmla="*/ 7978 w 10001"/>
              <a:gd name="connsiteY13" fmla="*/ 9967 h 10000"/>
              <a:gd name="connsiteX14" fmla="*/ 7666 w 10001"/>
              <a:gd name="connsiteY14" fmla="*/ 9191 h 10000"/>
              <a:gd name="connsiteX15" fmla="*/ 1 w 10001"/>
              <a:gd name="connsiteY15" fmla="*/ 9191 h 10000"/>
              <a:gd name="connsiteX16" fmla="*/ 5 w 10001"/>
              <a:gd name="connsiteY16" fmla="*/ 5 h 10000"/>
              <a:gd name="connsiteX0" fmla="*/ 4 w 10000"/>
              <a:gd name="connsiteY0" fmla="*/ 5 h 10000"/>
              <a:gd name="connsiteX1" fmla="*/ 9998 w 10000"/>
              <a:gd name="connsiteY1" fmla="*/ 0 h 10000"/>
              <a:gd name="connsiteX2" fmla="*/ 10000 w 10000"/>
              <a:gd name="connsiteY2" fmla="*/ 9191 h 10000"/>
              <a:gd name="connsiteX3" fmla="*/ 8363 w 10000"/>
              <a:gd name="connsiteY3" fmla="*/ 9191 h 10000"/>
              <a:gd name="connsiteX4" fmla="*/ 8050 w 10000"/>
              <a:gd name="connsiteY4" fmla="*/ 9967 h 10000"/>
              <a:gd name="connsiteX5" fmla="*/ 8050 w 10000"/>
              <a:gd name="connsiteY5" fmla="*/ 9967 h 10000"/>
              <a:gd name="connsiteX6" fmla="*/ 8043 w 10000"/>
              <a:gd name="connsiteY6" fmla="*/ 9975 h 10000"/>
              <a:gd name="connsiteX7" fmla="*/ 8033 w 10000"/>
              <a:gd name="connsiteY7" fmla="*/ 9987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87 h 10000"/>
              <a:gd name="connsiteX12" fmla="*/ 7984 w 10000"/>
              <a:gd name="connsiteY12" fmla="*/ 9975 h 10000"/>
              <a:gd name="connsiteX13" fmla="*/ 7977 w 10000"/>
              <a:gd name="connsiteY13" fmla="*/ 9967 h 10000"/>
              <a:gd name="connsiteX14" fmla="*/ 7665 w 10000"/>
              <a:gd name="connsiteY14" fmla="*/ 9191 h 10000"/>
              <a:gd name="connsiteX15" fmla="*/ 0 w 10000"/>
              <a:gd name="connsiteY15" fmla="*/ 9191 h 10000"/>
              <a:gd name="connsiteX16" fmla="*/ 4 w 10000"/>
              <a:gd name="connsiteY16" fmla="*/ 5 h 10000"/>
              <a:gd name="connsiteX0" fmla="*/ 4 w 10000"/>
              <a:gd name="connsiteY0" fmla="*/ 5 h 10000"/>
              <a:gd name="connsiteX1" fmla="*/ 9998 w 10000"/>
              <a:gd name="connsiteY1" fmla="*/ 0 h 10000"/>
              <a:gd name="connsiteX2" fmla="*/ 10000 w 10000"/>
              <a:gd name="connsiteY2" fmla="*/ 9191 h 10000"/>
              <a:gd name="connsiteX3" fmla="*/ 8363 w 10000"/>
              <a:gd name="connsiteY3" fmla="*/ 9191 h 10000"/>
              <a:gd name="connsiteX4" fmla="*/ 8050 w 10000"/>
              <a:gd name="connsiteY4" fmla="*/ 9967 h 10000"/>
              <a:gd name="connsiteX5" fmla="*/ 8050 w 10000"/>
              <a:gd name="connsiteY5" fmla="*/ 9967 h 10000"/>
              <a:gd name="connsiteX6" fmla="*/ 8043 w 10000"/>
              <a:gd name="connsiteY6" fmla="*/ 9975 h 10000"/>
              <a:gd name="connsiteX7" fmla="*/ 8033 w 10000"/>
              <a:gd name="connsiteY7" fmla="*/ 9987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87 h 10000"/>
              <a:gd name="connsiteX12" fmla="*/ 7984 w 10000"/>
              <a:gd name="connsiteY12" fmla="*/ 9975 h 10000"/>
              <a:gd name="connsiteX13" fmla="*/ 7977 w 10000"/>
              <a:gd name="connsiteY13" fmla="*/ 9967 h 10000"/>
              <a:gd name="connsiteX14" fmla="*/ 7665 w 10000"/>
              <a:gd name="connsiteY14" fmla="*/ 9191 h 10000"/>
              <a:gd name="connsiteX15" fmla="*/ 0 w 10000"/>
              <a:gd name="connsiteY15" fmla="*/ 9191 h 10000"/>
              <a:gd name="connsiteX16" fmla="*/ 4 w 10000"/>
              <a:gd name="connsiteY16" fmla="*/ 5 h 10000"/>
              <a:gd name="connsiteX0" fmla="*/ 4 w 10000"/>
              <a:gd name="connsiteY0" fmla="*/ 5 h 10000"/>
              <a:gd name="connsiteX1" fmla="*/ 9998 w 10000"/>
              <a:gd name="connsiteY1" fmla="*/ 0 h 10000"/>
              <a:gd name="connsiteX2" fmla="*/ 10000 w 10000"/>
              <a:gd name="connsiteY2" fmla="*/ 9191 h 10000"/>
              <a:gd name="connsiteX3" fmla="*/ 8363 w 10000"/>
              <a:gd name="connsiteY3" fmla="*/ 9191 h 10000"/>
              <a:gd name="connsiteX4" fmla="*/ 8050 w 10000"/>
              <a:gd name="connsiteY4" fmla="*/ 9967 h 10000"/>
              <a:gd name="connsiteX5" fmla="*/ 8050 w 10000"/>
              <a:gd name="connsiteY5" fmla="*/ 9967 h 10000"/>
              <a:gd name="connsiteX6" fmla="*/ 8043 w 10000"/>
              <a:gd name="connsiteY6" fmla="*/ 9975 h 10000"/>
              <a:gd name="connsiteX7" fmla="*/ 8033 w 10000"/>
              <a:gd name="connsiteY7" fmla="*/ 9987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87 h 10000"/>
              <a:gd name="connsiteX12" fmla="*/ 7984 w 10000"/>
              <a:gd name="connsiteY12" fmla="*/ 9975 h 10000"/>
              <a:gd name="connsiteX13" fmla="*/ 7977 w 10000"/>
              <a:gd name="connsiteY13" fmla="*/ 9967 h 10000"/>
              <a:gd name="connsiteX14" fmla="*/ 7665 w 10000"/>
              <a:gd name="connsiteY14" fmla="*/ 9191 h 10000"/>
              <a:gd name="connsiteX15" fmla="*/ 0 w 10000"/>
              <a:gd name="connsiteY15" fmla="*/ 9191 h 10000"/>
              <a:gd name="connsiteX16" fmla="*/ 4 w 10000"/>
              <a:gd name="connsiteY16" fmla="*/ 5 h 10000"/>
              <a:gd name="connsiteX0" fmla="*/ 4 w 10000"/>
              <a:gd name="connsiteY0" fmla="*/ 5 h 10000"/>
              <a:gd name="connsiteX1" fmla="*/ 9998 w 10000"/>
              <a:gd name="connsiteY1" fmla="*/ 0 h 10000"/>
              <a:gd name="connsiteX2" fmla="*/ 10000 w 10000"/>
              <a:gd name="connsiteY2" fmla="*/ 9191 h 10000"/>
              <a:gd name="connsiteX3" fmla="*/ 8363 w 10000"/>
              <a:gd name="connsiteY3" fmla="*/ 9191 h 10000"/>
              <a:gd name="connsiteX4" fmla="*/ 8050 w 10000"/>
              <a:gd name="connsiteY4" fmla="*/ 9967 h 10000"/>
              <a:gd name="connsiteX5" fmla="*/ 8050 w 10000"/>
              <a:gd name="connsiteY5" fmla="*/ 9967 h 10000"/>
              <a:gd name="connsiteX6" fmla="*/ 8043 w 10000"/>
              <a:gd name="connsiteY6" fmla="*/ 9975 h 10000"/>
              <a:gd name="connsiteX7" fmla="*/ 8033 w 10000"/>
              <a:gd name="connsiteY7" fmla="*/ 9987 h 10000"/>
              <a:gd name="connsiteX8" fmla="*/ 8023 w 10000"/>
              <a:gd name="connsiteY8" fmla="*/ 10000 h 10000"/>
              <a:gd name="connsiteX9" fmla="*/ 8014 w 10000"/>
              <a:gd name="connsiteY9" fmla="*/ 10000 h 10000"/>
              <a:gd name="connsiteX10" fmla="*/ 8003 w 10000"/>
              <a:gd name="connsiteY10" fmla="*/ 10000 h 10000"/>
              <a:gd name="connsiteX11" fmla="*/ 7995 w 10000"/>
              <a:gd name="connsiteY11" fmla="*/ 9987 h 10000"/>
              <a:gd name="connsiteX12" fmla="*/ 7984 w 10000"/>
              <a:gd name="connsiteY12" fmla="*/ 9975 h 10000"/>
              <a:gd name="connsiteX13" fmla="*/ 7977 w 10000"/>
              <a:gd name="connsiteY13" fmla="*/ 9967 h 10000"/>
              <a:gd name="connsiteX14" fmla="*/ 7665 w 10000"/>
              <a:gd name="connsiteY14" fmla="*/ 9191 h 10000"/>
              <a:gd name="connsiteX15" fmla="*/ 0 w 10000"/>
              <a:gd name="connsiteY15" fmla="*/ 9191 h 10000"/>
              <a:gd name="connsiteX16" fmla="*/ 4 w 10000"/>
              <a:gd name="connsiteY16" fmla="*/ 5 h 10000"/>
              <a:gd name="connsiteX0" fmla="*/ 1 w 10000"/>
              <a:gd name="connsiteY0" fmla="*/ 0 h 10012"/>
              <a:gd name="connsiteX1" fmla="*/ 9998 w 10000"/>
              <a:gd name="connsiteY1" fmla="*/ 12 h 10012"/>
              <a:gd name="connsiteX2" fmla="*/ 10000 w 10000"/>
              <a:gd name="connsiteY2" fmla="*/ 9203 h 10012"/>
              <a:gd name="connsiteX3" fmla="*/ 8363 w 10000"/>
              <a:gd name="connsiteY3" fmla="*/ 9203 h 10012"/>
              <a:gd name="connsiteX4" fmla="*/ 8050 w 10000"/>
              <a:gd name="connsiteY4" fmla="*/ 9979 h 10012"/>
              <a:gd name="connsiteX5" fmla="*/ 8050 w 10000"/>
              <a:gd name="connsiteY5" fmla="*/ 9979 h 10012"/>
              <a:gd name="connsiteX6" fmla="*/ 8043 w 10000"/>
              <a:gd name="connsiteY6" fmla="*/ 9987 h 10012"/>
              <a:gd name="connsiteX7" fmla="*/ 8033 w 10000"/>
              <a:gd name="connsiteY7" fmla="*/ 9999 h 10012"/>
              <a:gd name="connsiteX8" fmla="*/ 8023 w 10000"/>
              <a:gd name="connsiteY8" fmla="*/ 10012 h 10012"/>
              <a:gd name="connsiteX9" fmla="*/ 8014 w 10000"/>
              <a:gd name="connsiteY9" fmla="*/ 10012 h 10012"/>
              <a:gd name="connsiteX10" fmla="*/ 8003 w 10000"/>
              <a:gd name="connsiteY10" fmla="*/ 10012 h 10012"/>
              <a:gd name="connsiteX11" fmla="*/ 7995 w 10000"/>
              <a:gd name="connsiteY11" fmla="*/ 9999 h 10012"/>
              <a:gd name="connsiteX12" fmla="*/ 7984 w 10000"/>
              <a:gd name="connsiteY12" fmla="*/ 9987 h 10012"/>
              <a:gd name="connsiteX13" fmla="*/ 7977 w 10000"/>
              <a:gd name="connsiteY13" fmla="*/ 9979 h 10012"/>
              <a:gd name="connsiteX14" fmla="*/ 7665 w 10000"/>
              <a:gd name="connsiteY14" fmla="*/ 9203 h 10012"/>
              <a:gd name="connsiteX15" fmla="*/ 0 w 10000"/>
              <a:gd name="connsiteY15" fmla="*/ 9203 h 10012"/>
              <a:gd name="connsiteX16" fmla="*/ 1 w 10000"/>
              <a:gd name="connsiteY16" fmla="*/ 0 h 10012"/>
              <a:gd name="connsiteX0" fmla="*/ 4 w 10000"/>
              <a:gd name="connsiteY0" fmla="*/ 0 h 10029"/>
              <a:gd name="connsiteX1" fmla="*/ 9998 w 10000"/>
              <a:gd name="connsiteY1" fmla="*/ 29 h 10029"/>
              <a:gd name="connsiteX2" fmla="*/ 10000 w 10000"/>
              <a:gd name="connsiteY2" fmla="*/ 9220 h 10029"/>
              <a:gd name="connsiteX3" fmla="*/ 8363 w 10000"/>
              <a:gd name="connsiteY3" fmla="*/ 9220 h 10029"/>
              <a:gd name="connsiteX4" fmla="*/ 8050 w 10000"/>
              <a:gd name="connsiteY4" fmla="*/ 9996 h 10029"/>
              <a:gd name="connsiteX5" fmla="*/ 8050 w 10000"/>
              <a:gd name="connsiteY5" fmla="*/ 9996 h 10029"/>
              <a:gd name="connsiteX6" fmla="*/ 8043 w 10000"/>
              <a:gd name="connsiteY6" fmla="*/ 10004 h 10029"/>
              <a:gd name="connsiteX7" fmla="*/ 8033 w 10000"/>
              <a:gd name="connsiteY7" fmla="*/ 10016 h 10029"/>
              <a:gd name="connsiteX8" fmla="*/ 8023 w 10000"/>
              <a:gd name="connsiteY8" fmla="*/ 10029 h 10029"/>
              <a:gd name="connsiteX9" fmla="*/ 8014 w 10000"/>
              <a:gd name="connsiteY9" fmla="*/ 10029 h 10029"/>
              <a:gd name="connsiteX10" fmla="*/ 8003 w 10000"/>
              <a:gd name="connsiteY10" fmla="*/ 10029 h 10029"/>
              <a:gd name="connsiteX11" fmla="*/ 7995 w 10000"/>
              <a:gd name="connsiteY11" fmla="*/ 10016 h 10029"/>
              <a:gd name="connsiteX12" fmla="*/ 7984 w 10000"/>
              <a:gd name="connsiteY12" fmla="*/ 10004 h 10029"/>
              <a:gd name="connsiteX13" fmla="*/ 7977 w 10000"/>
              <a:gd name="connsiteY13" fmla="*/ 9996 h 10029"/>
              <a:gd name="connsiteX14" fmla="*/ 7665 w 10000"/>
              <a:gd name="connsiteY14" fmla="*/ 9220 h 10029"/>
              <a:gd name="connsiteX15" fmla="*/ 0 w 10000"/>
              <a:gd name="connsiteY15" fmla="*/ 9220 h 10029"/>
              <a:gd name="connsiteX16" fmla="*/ 4 w 10000"/>
              <a:gd name="connsiteY16" fmla="*/ 0 h 10029"/>
              <a:gd name="connsiteX0" fmla="*/ 1 w 10000"/>
              <a:gd name="connsiteY0" fmla="*/ 0 h 10029"/>
              <a:gd name="connsiteX1" fmla="*/ 9998 w 10000"/>
              <a:gd name="connsiteY1" fmla="*/ 29 h 10029"/>
              <a:gd name="connsiteX2" fmla="*/ 10000 w 10000"/>
              <a:gd name="connsiteY2" fmla="*/ 9220 h 10029"/>
              <a:gd name="connsiteX3" fmla="*/ 8363 w 10000"/>
              <a:gd name="connsiteY3" fmla="*/ 9220 h 10029"/>
              <a:gd name="connsiteX4" fmla="*/ 8050 w 10000"/>
              <a:gd name="connsiteY4" fmla="*/ 9996 h 10029"/>
              <a:gd name="connsiteX5" fmla="*/ 8050 w 10000"/>
              <a:gd name="connsiteY5" fmla="*/ 9996 h 10029"/>
              <a:gd name="connsiteX6" fmla="*/ 8043 w 10000"/>
              <a:gd name="connsiteY6" fmla="*/ 10004 h 10029"/>
              <a:gd name="connsiteX7" fmla="*/ 8033 w 10000"/>
              <a:gd name="connsiteY7" fmla="*/ 10016 h 10029"/>
              <a:gd name="connsiteX8" fmla="*/ 8023 w 10000"/>
              <a:gd name="connsiteY8" fmla="*/ 10029 h 10029"/>
              <a:gd name="connsiteX9" fmla="*/ 8014 w 10000"/>
              <a:gd name="connsiteY9" fmla="*/ 10029 h 10029"/>
              <a:gd name="connsiteX10" fmla="*/ 8003 w 10000"/>
              <a:gd name="connsiteY10" fmla="*/ 10029 h 10029"/>
              <a:gd name="connsiteX11" fmla="*/ 7995 w 10000"/>
              <a:gd name="connsiteY11" fmla="*/ 10016 h 10029"/>
              <a:gd name="connsiteX12" fmla="*/ 7984 w 10000"/>
              <a:gd name="connsiteY12" fmla="*/ 10004 h 10029"/>
              <a:gd name="connsiteX13" fmla="*/ 7977 w 10000"/>
              <a:gd name="connsiteY13" fmla="*/ 9996 h 10029"/>
              <a:gd name="connsiteX14" fmla="*/ 7665 w 10000"/>
              <a:gd name="connsiteY14" fmla="*/ 9220 h 10029"/>
              <a:gd name="connsiteX15" fmla="*/ 0 w 10000"/>
              <a:gd name="connsiteY15" fmla="*/ 9220 h 10029"/>
              <a:gd name="connsiteX16" fmla="*/ 1 w 10000"/>
              <a:gd name="connsiteY16" fmla="*/ 0 h 10029"/>
              <a:gd name="connsiteX0" fmla="*/ 1 w 10000"/>
              <a:gd name="connsiteY0" fmla="*/ 17 h 10046"/>
              <a:gd name="connsiteX1" fmla="*/ 9998 w 10000"/>
              <a:gd name="connsiteY1" fmla="*/ 0 h 10046"/>
              <a:gd name="connsiteX2" fmla="*/ 10000 w 10000"/>
              <a:gd name="connsiteY2" fmla="*/ 9237 h 10046"/>
              <a:gd name="connsiteX3" fmla="*/ 8363 w 10000"/>
              <a:gd name="connsiteY3" fmla="*/ 9237 h 10046"/>
              <a:gd name="connsiteX4" fmla="*/ 8050 w 10000"/>
              <a:gd name="connsiteY4" fmla="*/ 10013 h 10046"/>
              <a:gd name="connsiteX5" fmla="*/ 8050 w 10000"/>
              <a:gd name="connsiteY5" fmla="*/ 10013 h 10046"/>
              <a:gd name="connsiteX6" fmla="*/ 8043 w 10000"/>
              <a:gd name="connsiteY6" fmla="*/ 10021 h 10046"/>
              <a:gd name="connsiteX7" fmla="*/ 8033 w 10000"/>
              <a:gd name="connsiteY7" fmla="*/ 10033 h 10046"/>
              <a:gd name="connsiteX8" fmla="*/ 8023 w 10000"/>
              <a:gd name="connsiteY8" fmla="*/ 10046 h 10046"/>
              <a:gd name="connsiteX9" fmla="*/ 8014 w 10000"/>
              <a:gd name="connsiteY9" fmla="*/ 10046 h 10046"/>
              <a:gd name="connsiteX10" fmla="*/ 8003 w 10000"/>
              <a:gd name="connsiteY10" fmla="*/ 10046 h 10046"/>
              <a:gd name="connsiteX11" fmla="*/ 7995 w 10000"/>
              <a:gd name="connsiteY11" fmla="*/ 10033 h 10046"/>
              <a:gd name="connsiteX12" fmla="*/ 7984 w 10000"/>
              <a:gd name="connsiteY12" fmla="*/ 10021 h 10046"/>
              <a:gd name="connsiteX13" fmla="*/ 7977 w 10000"/>
              <a:gd name="connsiteY13" fmla="*/ 10013 h 10046"/>
              <a:gd name="connsiteX14" fmla="*/ 7665 w 10000"/>
              <a:gd name="connsiteY14" fmla="*/ 9237 h 10046"/>
              <a:gd name="connsiteX15" fmla="*/ 0 w 10000"/>
              <a:gd name="connsiteY15" fmla="*/ 9237 h 10046"/>
              <a:gd name="connsiteX16" fmla="*/ 1 w 10000"/>
              <a:gd name="connsiteY16" fmla="*/ 17 h 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000" h="10046">
                <a:moveTo>
                  <a:pt x="1" y="17"/>
                </a:moveTo>
                <a:lnTo>
                  <a:pt x="9998" y="0"/>
                </a:lnTo>
                <a:cubicBezTo>
                  <a:pt x="10000" y="3524"/>
                  <a:pt x="9993" y="6151"/>
                  <a:pt x="10000" y="9237"/>
                </a:cubicBezTo>
                <a:lnTo>
                  <a:pt x="8363" y="9237"/>
                </a:lnTo>
                <a:cubicBezTo>
                  <a:pt x="8259" y="9496"/>
                  <a:pt x="8154" y="9754"/>
                  <a:pt x="8050" y="10013"/>
                </a:cubicBezTo>
                <a:lnTo>
                  <a:pt x="8050" y="10013"/>
                </a:lnTo>
                <a:cubicBezTo>
                  <a:pt x="8048" y="10015"/>
                  <a:pt x="8045" y="10018"/>
                  <a:pt x="8043" y="10021"/>
                </a:cubicBezTo>
                <a:cubicBezTo>
                  <a:pt x="8040" y="10025"/>
                  <a:pt x="8036" y="10029"/>
                  <a:pt x="8033" y="10033"/>
                </a:cubicBezTo>
                <a:cubicBezTo>
                  <a:pt x="8030" y="10038"/>
                  <a:pt x="8026" y="10042"/>
                  <a:pt x="8023" y="10046"/>
                </a:cubicBezTo>
                <a:lnTo>
                  <a:pt x="8014" y="10046"/>
                </a:lnTo>
                <a:lnTo>
                  <a:pt x="8003" y="10046"/>
                </a:lnTo>
                <a:cubicBezTo>
                  <a:pt x="8000" y="10042"/>
                  <a:pt x="7998" y="10038"/>
                  <a:pt x="7995" y="10033"/>
                </a:cubicBezTo>
                <a:cubicBezTo>
                  <a:pt x="7991" y="10029"/>
                  <a:pt x="7988" y="10025"/>
                  <a:pt x="7984" y="10021"/>
                </a:cubicBezTo>
                <a:cubicBezTo>
                  <a:pt x="7982" y="10018"/>
                  <a:pt x="7979" y="10015"/>
                  <a:pt x="7977" y="10013"/>
                </a:cubicBezTo>
                <a:lnTo>
                  <a:pt x="7665" y="9237"/>
                </a:lnTo>
                <a:lnTo>
                  <a:pt x="0" y="9237"/>
                </a:lnTo>
                <a:cubicBezTo>
                  <a:pt x="5" y="6068"/>
                  <a:pt x="0" y="3255"/>
                  <a:pt x="1" y="17"/>
                </a:cubicBezTo>
                <a:close/>
              </a:path>
            </a:pathLst>
          </a:custGeom>
          <a:pattFill prst="wdDnDiag">
            <a:fgClr>
              <a:schemeClr val="bg1">
                <a:lumMod val="75000"/>
              </a:schemeClr>
            </a:fgClr>
            <a:bgClr>
              <a:schemeClr val="tx2"/>
            </a:bgClr>
          </a:patt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1445352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3775157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0FCD-64AC-3D4C-BCDC-2610E12DC501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4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-2225" y="2840"/>
            <a:ext cx="12193218" cy="2472737"/>
          </a:xfrm>
          <a:custGeom>
            <a:avLst/>
            <a:gdLst>
              <a:gd name="connsiteX0" fmla="*/ 0 w 10032"/>
              <a:gd name="connsiteY0" fmla="*/ 5163 h 10000"/>
              <a:gd name="connsiteX1" fmla="*/ 10032 w 10032"/>
              <a:gd name="connsiteY1" fmla="*/ 0 h 10000"/>
              <a:gd name="connsiteX2" fmla="*/ 10032 w 10032"/>
              <a:gd name="connsiteY2" fmla="*/ 9426 h 10000"/>
              <a:gd name="connsiteX3" fmla="*/ 8395 w 10032"/>
              <a:gd name="connsiteY3" fmla="*/ 9426 h 10000"/>
              <a:gd name="connsiteX4" fmla="*/ 8082 w 10032"/>
              <a:gd name="connsiteY4" fmla="*/ 9976 h 10000"/>
              <a:gd name="connsiteX5" fmla="*/ 8082 w 10032"/>
              <a:gd name="connsiteY5" fmla="*/ 9976 h 10000"/>
              <a:gd name="connsiteX6" fmla="*/ 8075 w 10032"/>
              <a:gd name="connsiteY6" fmla="*/ 9982 h 10000"/>
              <a:gd name="connsiteX7" fmla="*/ 8065 w 10032"/>
              <a:gd name="connsiteY7" fmla="*/ 9991 h 10000"/>
              <a:gd name="connsiteX8" fmla="*/ 8055 w 10032"/>
              <a:gd name="connsiteY8" fmla="*/ 10000 h 10000"/>
              <a:gd name="connsiteX9" fmla="*/ 8046 w 10032"/>
              <a:gd name="connsiteY9" fmla="*/ 10000 h 10000"/>
              <a:gd name="connsiteX10" fmla="*/ 8035 w 10032"/>
              <a:gd name="connsiteY10" fmla="*/ 10000 h 10000"/>
              <a:gd name="connsiteX11" fmla="*/ 8027 w 10032"/>
              <a:gd name="connsiteY11" fmla="*/ 9991 h 10000"/>
              <a:gd name="connsiteX12" fmla="*/ 8016 w 10032"/>
              <a:gd name="connsiteY12" fmla="*/ 9982 h 10000"/>
              <a:gd name="connsiteX13" fmla="*/ 8009 w 10032"/>
              <a:gd name="connsiteY13" fmla="*/ 9976 h 10000"/>
              <a:gd name="connsiteX14" fmla="*/ 7697 w 10032"/>
              <a:gd name="connsiteY14" fmla="*/ 9426 h 10000"/>
              <a:gd name="connsiteX15" fmla="*/ 32 w 10032"/>
              <a:gd name="connsiteY15" fmla="*/ 9426 h 10000"/>
              <a:gd name="connsiteX16" fmla="*/ 32 w 10032"/>
              <a:gd name="connsiteY16" fmla="*/ 0 h 10000"/>
              <a:gd name="connsiteX17" fmla="*/ 0 w 10032"/>
              <a:gd name="connsiteY17" fmla="*/ 5163 h 10000"/>
              <a:gd name="connsiteX0" fmla="*/ 3 w 10004"/>
              <a:gd name="connsiteY0" fmla="*/ 5261 h 10000"/>
              <a:gd name="connsiteX1" fmla="*/ 10004 w 10004"/>
              <a:gd name="connsiteY1" fmla="*/ 0 h 10000"/>
              <a:gd name="connsiteX2" fmla="*/ 10004 w 10004"/>
              <a:gd name="connsiteY2" fmla="*/ 9426 h 10000"/>
              <a:gd name="connsiteX3" fmla="*/ 8367 w 10004"/>
              <a:gd name="connsiteY3" fmla="*/ 9426 h 10000"/>
              <a:gd name="connsiteX4" fmla="*/ 8054 w 10004"/>
              <a:gd name="connsiteY4" fmla="*/ 9976 h 10000"/>
              <a:gd name="connsiteX5" fmla="*/ 8054 w 10004"/>
              <a:gd name="connsiteY5" fmla="*/ 9976 h 10000"/>
              <a:gd name="connsiteX6" fmla="*/ 8047 w 10004"/>
              <a:gd name="connsiteY6" fmla="*/ 9982 h 10000"/>
              <a:gd name="connsiteX7" fmla="*/ 8037 w 10004"/>
              <a:gd name="connsiteY7" fmla="*/ 9991 h 10000"/>
              <a:gd name="connsiteX8" fmla="*/ 8027 w 10004"/>
              <a:gd name="connsiteY8" fmla="*/ 10000 h 10000"/>
              <a:gd name="connsiteX9" fmla="*/ 8018 w 10004"/>
              <a:gd name="connsiteY9" fmla="*/ 10000 h 10000"/>
              <a:gd name="connsiteX10" fmla="*/ 8007 w 10004"/>
              <a:gd name="connsiteY10" fmla="*/ 10000 h 10000"/>
              <a:gd name="connsiteX11" fmla="*/ 7999 w 10004"/>
              <a:gd name="connsiteY11" fmla="*/ 9991 h 10000"/>
              <a:gd name="connsiteX12" fmla="*/ 7988 w 10004"/>
              <a:gd name="connsiteY12" fmla="*/ 9982 h 10000"/>
              <a:gd name="connsiteX13" fmla="*/ 7981 w 10004"/>
              <a:gd name="connsiteY13" fmla="*/ 9976 h 10000"/>
              <a:gd name="connsiteX14" fmla="*/ 7669 w 10004"/>
              <a:gd name="connsiteY14" fmla="*/ 9426 h 10000"/>
              <a:gd name="connsiteX15" fmla="*/ 4 w 10004"/>
              <a:gd name="connsiteY15" fmla="*/ 9426 h 10000"/>
              <a:gd name="connsiteX16" fmla="*/ 4 w 10004"/>
              <a:gd name="connsiteY16" fmla="*/ 0 h 10000"/>
              <a:gd name="connsiteX17" fmla="*/ 3 w 10004"/>
              <a:gd name="connsiteY17" fmla="*/ 5261 h 10000"/>
              <a:gd name="connsiteX0" fmla="*/ 3 w 10007"/>
              <a:gd name="connsiteY0" fmla="*/ 5261 h 10000"/>
              <a:gd name="connsiteX1" fmla="*/ 10007 w 10007"/>
              <a:gd name="connsiteY1" fmla="*/ 5095 h 10000"/>
              <a:gd name="connsiteX2" fmla="*/ 10004 w 10007"/>
              <a:gd name="connsiteY2" fmla="*/ 9426 h 10000"/>
              <a:gd name="connsiteX3" fmla="*/ 8367 w 10007"/>
              <a:gd name="connsiteY3" fmla="*/ 9426 h 10000"/>
              <a:gd name="connsiteX4" fmla="*/ 8054 w 10007"/>
              <a:gd name="connsiteY4" fmla="*/ 9976 h 10000"/>
              <a:gd name="connsiteX5" fmla="*/ 8054 w 10007"/>
              <a:gd name="connsiteY5" fmla="*/ 9976 h 10000"/>
              <a:gd name="connsiteX6" fmla="*/ 8047 w 10007"/>
              <a:gd name="connsiteY6" fmla="*/ 9982 h 10000"/>
              <a:gd name="connsiteX7" fmla="*/ 8037 w 10007"/>
              <a:gd name="connsiteY7" fmla="*/ 9991 h 10000"/>
              <a:gd name="connsiteX8" fmla="*/ 8027 w 10007"/>
              <a:gd name="connsiteY8" fmla="*/ 10000 h 10000"/>
              <a:gd name="connsiteX9" fmla="*/ 8018 w 10007"/>
              <a:gd name="connsiteY9" fmla="*/ 10000 h 10000"/>
              <a:gd name="connsiteX10" fmla="*/ 8007 w 10007"/>
              <a:gd name="connsiteY10" fmla="*/ 10000 h 10000"/>
              <a:gd name="connsiteX11" fmla="*/ 7999 w 10007"/>
              <a:gd name="connsiteY11" fmla="*/ 9991 h 10000"/>
              <a:gd name="connsiteX12" fmla="*/ 7988 w 10007"/>
              <a:gd name="connsiteY12" fmla="*/ 9982 h 10000"/>
              <a:gd name="connsiteX13" fmla="*/ 7981 w 10007"/>
              <a:gd name="connsiteY13" fmla="*/ 9976 h 10000"/>
              <a:gd name="connsiteX14" fmla="*/ 7669 w 10007"/>
              <a:gd name="connsiteY14" fmla="*/ 9426 h 10000"/>
              <a:gd name="connsiteX15" fmla="*/ 4 w 10007"/>
              <a:gd name="connsiteY15" fmla="*/ 9426 h 10000"/>
              <a:gd name="connsiteX16" fmla="*/ 4 w 10007"/>
              <a:gd name="connsiteY16" fmla="*/ 0 h 10000"/>
              <a:gd name="connsiteX17" fmla="*/ 3 w 10007"/>
              <a:gd name="connsiteY17" fmla="*/ 5261 h 10000"/>
              <a:gd name="connsiteX0" fmla="*/ 3 w 10004"/>
              <a:gd name="connsiteY0" fmla="*/ 5261 h 10000"/>
              <a:gd name="connsiteX1" fmla="*/ 9780 w 10004"/>
              <a:gd name="connsiteY1" fmla="*/ 5608 h 10000"/>
              <a:gd name="connsiteX2" fmla="*/ 10004 w 10004"/>
              <a:gd name="connsiteY2" fmla="*/ 9426 h 10000"/>
              <a:gd name="connsiteX3" fmla="*/ 8367 w 10004"/>
              <a:gd name="connsiteY3" fmla="*/ 9426 h 10000"/>
              <a:gd name="connsiteX4" fmla="*/ 8054 w 10004"/>
              <a:gd name="connsiteY4" fmla="*/ 9976 h 10000"/>
              <a:gd name="connsiteX5" fmla="*/ 8054 w 10004"/>
              <a:gd name="connsiteY5" fmla="*/ 9976 h 10000"/>
              <a:gd name="connsiteX6" fmla="*/ 8047 w 10004"/>
              <a:gd name="connsiteY6" fmla="*/ 9982 h 10000"/>
              <a:gd name="connsiteX7" fmla="*/ 8037 w 10004"/>
              <a:gd name="connsiteY7" fmla="*/ 9991 h 10000"/>
              <a:gd name="connsiteX8" fmla="*/ 8027 w 10004"/>
              <a:gd name="connsiteY8" fmla="*/ 10000 h 10000"/>
              <a:gd name="connsiteX9" fmla="*/ 8018 w 10004"/>
              <a:gd name="connsiteY9" fmla="*/ 10000 h 10000"/>
              <a:gd name="connsiteX10" fmla="*/ 8007 w 10004"/>
              <a:gd name="connsiteY10" fmla="*/ 10000 h 10000"/>
              <a:gd name="connsiteX11" fmla="*/ 7999 w 10004"/>
              <a:gd name="connsiteY11" fmla="*/ 9991 h 10000"/>
              <a:gd name="connsiteX12" fmla="*/ 7988 w 10004"/>
              <a:gd name="connsiteY12" fmla="*/ 9982 h 10000"/>
              <a:gd name="connsiteX13" fmla="*/ 7981 w 10004"/>
              <a:gd name="connsiteY13" fmla="*/ 9976 h 10000"/>
              <a:gd name="connsiteX14" fmla="*/ 7669 w 10004"/>
              <a:gd name="connsiteY14" fmla="*/ 9426 h 10000"/>
              <a:gd name="connsiteX15" fmla="*/ 4 w 10004"/>
              <a:gd name="connsiteY15" fmla="*/ 9426 h 10000"/>
              <a:gd name="connsiteX16" fmla="*/ 4 w 10004"/>
              <a:gd name="connsiteY16" fmla="*/ 0 h 10000"/>
              <a:gd name="connsiteX17" fmla="*/ 3 w 10004"/>
              <a:gd name="connsiteY17" fmla="*/ 5261 h 10000"/>
              <a:gd name="connsiteX0" fmla="*/ 3 w 10004"/>
              <a:gd name="connsiteY0" fmla="*/ 5261 h 10000"/>
              <a:gd name="connsiteX1" fmla="*/ 10004 w 10004"/>
              <a:gd name="connsiteY1" fmla="*/ 5248 h 10000"/>
              <a:gd name="connsiteX2" fmla="*/ 10004 w 10004"/>
              <a:gd name="connsiteY2" fmla="*/ 9426 h 10000"/>
              <a:gd name="connsiteX3" fmla="*/ 8367 w 10004"/>
              <a:gd name="connsiteY3" fmla="*/ 9426 h 10000"/>
              <a:gd name="connsiteX4" fmla="*/ 8054 w 10004"/>
              <a:gd name="connsiteY4" fmla="*/ 9976 h 10000"/>
              <a:gd name="connsiteX5" fmla="*/ 8054 w 10004"/>
              <a:gd name="connsiteY5" fmla="*/ 9976 h 10000"/>
              <a:gd name="connsiteX6" fmla="*/ 8047 w 10004"/>
              <a:gd name="connsiteY6" fmla="*/ 9982 h 10000"/>
              <a:gd name="connsiteX7" fmla="*/ 8037 w 10004"/>
              <a:gd name="connsiteY7" fmla="*/ 9991 h 10000"/>
              <a:gd name="connsiteX8" fmla="*/ 8027 w 10004"/>
              <a:gd name="connsiteY8" fmla="*/ 10000 h 10000"/>
              <a:gd name="connsiteX9" fmla="*/ 8018 w 10004"/>
              <a:gd name="connsiteY9" fmla="*/ 10000 h 10000"/>
              <a:gd name="connsiteX10" fmla="*/ 8007 w 10004"/>
              <a:gd name="connsiteY10" fmla="*/ 10000 h 10000"/>
              <a:gd name="connsiteX11" fmla="*/ 7999 w 10004"/>
              <a:gd name="connsiteY11" fmla="*/ 9991 h 10000"/>
              <a:gd name="connsiteX12" fmla="*/ 7988 w 10004"/>
              <a:gd name="connsiteY12" fmla="*/ 9982 h 10000"/>
              <a:gd name="connsiteX13" fmla="*/ 7981 w 10004"/>
              <a:gd name="connsiteY13" fmla="*/ 9976 h 10000"/>
              <a:gd name="connsiteX14" fmla="*/ 7669 w 10004"/>
              <a:gd name="connsiteY14" fmla="*/ 9426 h 10000"/>
              <a:gd name="connsiteX15" fmla="*/ 4 w 10004"/>
              <a:gd name="connsiteY15" fmla="*/ 9426 h 10000"/>
              <a:gd name="connsiteX16" fmla="*/ 4 w 10004"/>
              <a:gd name="connsiteY16" fmla="*/ 0 h 10000"/>
              <a:gd name="connsiteX17" fmla="*/ 3 w 10004"/>
              <a:gd name="connsiteY17" fmla="*/ 5261 h 10000"/>
              <a:gd name="connsiteX0" fmla="*/ 3 w 10004"/>
              <a:gd name="connsiteY0" fmla="*/ 5243 h 10000"/>
              <a:gd name="connsiteX1" fmla="*/ 10004 w 10004"/>
              <a:gd name="connsiteY1" fmla="*/ 5248 h 10000"/>
              <a:gd name="connsiteX2" fmla="*/ 10004 w 10004"/>
              <a:gd name="connsiteY2" fmla="*/ 9426 h 10000"/>
              <a:gd name="connsiteX3" fmla="*/ 8367 w 10004"/>
              <a:gd name="connsiteY3" fmla="*/ 9426 h 10000"/>
              <a:gd name="connsiteX4" fmla="*/ 8054 w 10004"/>
              <a:gd name="connsiteY4" fmla="*/ 9976 h 10000"/>
              <a:gd name="connsiteX5" fmla="*/ 8054 w 10004"/>
              <a:gd name="connsiteY5" fmla="*/ 9976 h 10000"/>
              <a:gd name="connsiteX6" fmla="*/ 8047 w 10004"/>
              <a:gd name="connsiteY6" fmla="*/ 9982 h 10000"/>
              <a:gd name="connsiteX7" fmla="*/ 8037 w 10004"/>
              <a:gd name="connsiteY7" fmla="*/ 9991 h 10000"/>
              <a:gd name="connsiteX8" fmla="*/ 8027 w 10004"/>
              <a:gd name="connsiteY8" fmla="*/ 10000 h 10000"/>
              <a:gd name="connsiteX9" fmla="*/ 8018 w 10004"/>
              <a:gd name="connsiteY9" fmla="*/ 10000 h 10000"/>
              <a:gd name="connsiteX10" fmla="*/ 8007 w 10004"/>
              <a:gd name="connsiteY10" fmla="*/ 10000 h 10000"/>
              <a:gd name="connsiteX11" fmla="*/ 7999 w 10004"/>
              <a:gd name="connsiteY11" fmla="*/ 9991 h 10000"/>
              <a:gd name="connsiteX12" fmla="*/ 7988 w 10004"/>
              <a:gd name="connsiteY12" fmla="*/ 9982 h 10000"/>
              <a:gd name="connsiteX13" fmla="*/ 7981 w 10004"/>
              <a:gd name="connsiteY13" fmla="*/ 9976 h 10000"/>
              <a:gd name="connsiteX14" fmla="*/ 7669 w 10004"/>
              <a:gd name="connsiteY14" fmla="*/ 9426 h 10000"/>
              <a:gd name="connsiteX15" fmla="*/ 4 w 10004"/>
              <a:gd name="connsiteY15" fmla="*/ 9426 h 10000"/>
              <a:gd name="connsiteX16" fmla="*/ 4 w 10004"/>
              <a:gd name="connsiteY16" fmla="*/ 0 h 10000"/>
              <a:gd name="connsiteX17" fmla="*/ 3 w 10004"/>
              <a:gd name="connsiteY17" fmla="*/ 5243 h 10000"/>
              <a:gd name="connsiteX0" fmla="*/ 0 w 10001"/>
              <a:gd name="connsiteY0" fmla="*/ 0 h 4757"/>
              <a:gd name="connsiteX1" fmla="*/ 10001 w 10001"/>
              <a:gd name="connsiteY1" fmla="*/ 5 h 4757"/>
              <a:gd name="connsiteX2" fmla="*/ 10001 w 10001"/>
              <a:gd name="connsiteY2" fmla="*/ 4183 h 4757"/>
              <a:gd name="connsiteX3" fmla="*/ 8364 w 10001"/>
              <a:gd name="connsiteY3" fmla="*/ 4183 h 4757"/>
              <a:gd name="connsiteX4" fmla="*/ 8051 w 10001"/>
              <a:gd name="connsiteY4" fmla="*/ 4733 h 4757"/>
              <a:gd name="connsiteX5" fmla="*/ 8051 w 10001"/>
              <a:gd name="connsiteY5" fmla="*/ 4733 h 4757"/>
              <a:gd name="connsiteX6" fmla="*/ 8044 w 10001"/>
              <a:gd name="connsiteY6" fmla="*/ 4739 h 4757"/>
              <a:gd name="connsiteX7" fmla="*/ 8034 w 10001"/>
              <a:gd name="connsiteY7" fmla="*/ 4748 h 4757"/>
              <a:gd name="connsiteX8" fmla="*/ 8024 w 10001"/>
              <a:gd name="connsiteY8" fmla="*/ 4757 h 4757"/>
              <a:gd name="connsiteX9" fmla="*/ 8015 w 10001"/>
              <a:gd name="connsiteY9" fmla="*/ 4757 h 4757"/>
              <a:gd name="connsiteX10" fmla="*/ 8004 w 10001"/>
              <a:gd name="connsiteY10" fmla="*/ 4757 h 4757"/>
              <a:gd name="connsiteX11" fmla="*/ 7996 w 10001"/>
              <a:gd name="connsiteY11" fmla="*/ 4748 h 4757"/>
              <a:gd name="connsiteX12" fmla="*/ 7985 w 10001"/>
              <a:gd name="connsiteY12" fmla="*/ 4739 h 4757"/>
              <a:gd name="connsiteX13" fmla="*/ 7978 w 10001"/>
              <a:gd name="connsiteY13" fmla="*/ 4733 h 4757"/>
              <a:gd name="connsiteX14" fmla="*/ 7666 w 10001"/>
              <a:gd name="connsiteY14" fmla="*/ 4183 h 4757"/>
              <a:gd name="connsiteX15" fmla="*/ 1 w 10001"/>
              <a:gd name="connsiteY15" fmla="*/ 4183 h 4757"/>
              <a:gd name="connsiteX16" fmla="*/ 0 w 10001"/>
              <a:gd name="connsiteY16" fmla="*/ 0 h 4757"/>
              <a:gd name="connsiteX0" fmla="*/ 0 w 13015"/>
              <a:gd name="connsiteY0" fmla="*/ 0 h 10000"/>
              <a:gd name="connsiteX1" fmla="*/ 13015 w 13015"/>
              <a:gd name="connsiteY1" fmla="*/ 11 h 10000"/>
              <a:gd name="connsiteX2" fmla="*/ 10000 w 13015"/>
              <a:gd name="connsiteY2" fmla="*/ 8793 h 10000"/>
              <a:gd name="connsiteX3" fmla="*/ 8363 w 13015"/>
              <a:gd name="connsiteY3" fmla="*/ 8793 h 10000"/>
              <a:gd name="connsiteX4" fmla="*/ 8050 w 13015"/>
              <a:gd name="connsiteY4" fmla="*/ 9950 h 10000"/>
              <a:gd name="connsiteX5" fmla="*/ 8050 w 13015"/>
              <a:gd name="connsiteY5" fmla="*/ 9950 h 10000"/>
              <a:gd name="connsiteX6" fmla="*/ 8043 w 13015"/>
              <a:gd name="connsiteY6" fmla="*/ 9962 h 10000"/>
              <a:gd name="connsiteX7" fmla="*/ 8033 w 13015"/>
              <a:gd name="connsiteY7" fmla="*/ 9981 h 10000"/>
              <a:gd name="connsiteX8" fmla="*/ 8023 w 13015"/>
              <a:gd name="connsiteY8" fmla="*/ 10000 h 10000"/>
              <a:gd name="connsiteX9" fmla="*/ 8014 w 13015"/>
              <a:gd name="connsiteY9" fmla="*/ 10000 h 10000"/>
              <a:gd name="connsiteX10" fmla="*/ 8003 w 13015"/>
              <a:gd name="connsiteY10" fmla="*/ 10000 h 10000"/>
              <a:gd name="connsiteX11" fmla="*/ 7995 w 13015"/>
              <a:gd name="connsiteY11" fmla="*/ 9981 h 10000"/>
              <a:gd name="connsiteX12" fmla="*/ 7984 w 13015"/>
              <a:gd name="connsiteY12" fmla="*/ 9962 h 10000"/>
              <a:gd name="connsiteX13" fmla="*/ 7977 w 13015"/>
              <a:gd name="connsiteY13" fmla="*/ 9950 h 10000"/>
              <a:gd name="connsiteX14" fmla="*/ 7665 w 13015"/>
              <a:gd name="connsiteY14" fmla="*/ 8793 h 10000"/>
              <a:gd name="connsiteX15" fmla="*/ 1 w 13015"/>
              <a:gd name="connsiteY15" fmla="*/ 8793 h 10000"/>
              <a:gd name="connsiteX16" fmla="*/ 0 w 13015"/>
              <a:gd name="connsiteY16" fmla="*/ 0 h 10000"/>
              <a:gd name="connsiteX0" fmla="*/ 0 w 13015"/>
              <a:gd name="connsiteY0" fmla="*/ 0 h 10000"/>
              <a:gd name="connsiteX1" fmla="*/ 13015 w 13015"/>
              <a:gd name="connsiteY1" fmla="*/ 11 h 10000"/>
              <a:gd name="connsiteX2" fmla="*/ 13015 w 13015"/>
              <a:gd name="connsiteY2" fmla="*/ 8793 h 10000"/>
              <a:gd name="connsiteX3" fmla="*/ 8363 w 13015"/>
              <a:gd name="connsiteY3" fmla="*/ 8793 h 10000"/>
              <a:gd name="connsiteX4" fmla="*/ 8050 w 13015"/>
              <a:gd name="connsiteY4" fmla="*/ 9950 h 10000"/>
              <a:gd name="connsiteX5" fmla="*/ 8050 w 13015"/>
              <a:gd name="connsiteY5" fmla="*/ 9950 h 10000"/>
              <a:gd name="connsiteX6" fmla="*/ 8043 w 13015"/>
              <a:gd name="connsiteY6" fmla="*/ 9962 h 10000"/>
              <a:gd name="connsiteX7" fmla="*/ 8033 w 13015"/>
              <a:gd name="connsiteY7" fmla="*/ 9981 h 10000"/>
              <a:gd name="connsiteX8" fmla="*/ 8023 w 13015"/>
              <a:gd name="connsiteY8" fmla="*/ 10000 h 10000"/>
              <a:gd name="connsiteX9" fmla="*/ 8014 w 13015"/>
              <a:gd name="connsiteY9" fmla="*/ 10000 h 10000"/>
              <a:gd name="connsiteX10" fmla="*/ 8003 w 13015"/>
              <a:gd name="connsiteY10" fmla="*/ 10000 h 10000"/>
              <a:gd name="connsiteX11" fmla="*/ 7995 w 13015"/>
              <a:gd name="connsiteY11" fmla="*/ 9981 h 10000"/>
              <a:gd name="connsiteX12" fmla="*/ 7984 w 13015"/>
              <a:gd name="connsiteY12" fmla="*/ 9962 h 10000"/>
              <a:gd name="connsiteX13" fmla="*/ 7977 w 13015"/>
              <a:gd name="connsiteY13" fmla="*/ 9950 h 10000"/>
              <a:gd name="connsiteX14" fmla="*/ 7665 w 13015"/>
              <a:gd name="connsiteY14" fmla="*/ 8793 h 10000"/>
              <a:gd name="connsiteX15" fmla="*/ 1 w 13015"/>
              <a:gd name="connsiteY15" fmla="*/ 8793 h 10000"/>
              <a:gd name="connsiteX16" fmla="*/ 0 w 13015"/>
              <a:gd name="connsiteY16" fmla="*/ 0 h 10000"/>
              <a:gd name="connsiteX0" fmla="*/ 0 w 13015"/>
              <a:gd name="connsiteY0" fmla="*/ 0 h 10000"/>
              <a:gd name="connsiteX1" fmla="*/ 13015 w 13015"/>
              <a:gd name="connsiteY1" fmla="*/ 11 h 10000"/>
              <a:gd name="connsiteX2" fmla="*/ 13015 w 13015"/>
              <a:gd name="connsiteY2" fmla="*/ 8793 h 10000"/>
              <a:gd name="connsiteX3" fmla="*/ 8363 w 13015"/>
              <a:gd name="connsiteY3" fmla="*/ 8793 h 10000"/>
              <a:gd name="connsiteX4" fmla="*/ 8050 w 13015"/>
              <a:gd name="connsiteY4" fmla="*/ 9950 h 10000"/>
              <a:gd name="connsiteX5" fmla="*/ 8050 w 13015"/>
              <a:gd name="connsiteY5" fmla="*/ 9950 h 10000"/>
              <a:gd name="connsiteX6" fmla="*/ 8043 w 13015"/>
              <a:gd name="connsiteY6" fmla="*/ 9962 h 10000"/>
              <a:gd name="connsiteX7" fmla="*/ 8033 w 13015"/>
              <a:gd name="connsiteY7" fmla="*/ 9981 h 10000"/>
              <a:gd name="connsiteX8" fmla="*/ 8023 w 13015"/>
              <a:gd name="connsiteY8" fmla="*/ 10000 h 10000"/>
              <a:gd name="connsiteX9" fmla="*/ 8014 w 13015"/>
              <a:gd name="connsiteY9" fmla="*/ 10000 h 10000"/>
              <a:gd name="connsiteX10" fmla="*/ 8003 w 13015"/>
              <a:gd name="connsiteY10" fmla="*/ 10000 h 10000"/>
              <a:gd name="connsiteX11" fmla="*/ 7995 w 13015"/>
              <a:gd name="connsiteY11" fmla="*/ 9981 h 10000"/>
              <a:gd name="connsiteX12" fmla="*/ 7984 w 13015"/>
              <a:gd name="connsiteY12" fmla="*/ 9962 h 10000"/>
              <a:gd name="connsiteX13" fmla="*/ 7977 w 13015"/>
              <a:gd name="connsiteY13" fmla="*/ 9950 h 10000"/>
              <a:gd name="connsiteX14" fmla="*/ 7665 w 13015"/>
              <a:gd name="connsiteY14" fmla="*/ 8793 h 10000"/>
              <a:gd name="connsiteX15" fmla="*/ 3019 w 13015"/>
              <a:gd name="connsiteY15" fmla="*/ 8793 h 10000"/>
              <a:gd name="connsiteX16" fmla="*/ 0 w 13015"/>
              <a:gd name="connsiteY16" fmla="*/ 0 h 10000"/>
              <a:gd name="connsiteX0" fmla="*/ 0 w 10000"/>
              <a:gd name="connsiteY0" fmla="*/ 2 h 9989"/>
              <a:gd name="connsiteX1" fmla="*/ 10000 w 10000"/>
              <a:gd name="connsiteY1" fmla="*/ 0 h 9989"/>
              <a:gd name="connsiteX2" fmla="*/ 10000 w 10000"/>
              <a:gd name="connsiteY2" fmla="*/ 8782 h 9989"/>
              <a:gd name="connsiteX3" fmla="*/ 5348 w 10000"/>
              <a:gd name="connsiteY3" fmla="*/ 8782 h 9989"/>
              <a:gd name="connsiteX4" fmla="*/ 5035 w 10000"/>
              <a:gd name="connsiteY4" fmla="*/ 9939 h 9989"/>
              <a:gd name="connsiteX5" fmla="*/ 5035 w 10000"/>
              <a:gd name="connsiteY5" fmla="*/ 9939 h 9989"/>
              <a:gd name="connsiteX6" fmla="*/ 5028 w 10000"/>
              <a:gd name="connsiteY6" fmla="*/ 9951 h 9989"/>
              <a:gd name="connsiteX7" fmla="*/ 5018 w 10000"/>
              <a:gd name="connsiteY7" fmla="*/ 9970 h 9989"/>
              <a:gd name="connsiteX8" fmla="*/ 5008 w 10000"/>
              <a:gd name="connsiteY8" fmla="*/ 9989 h 9989"/>
              <a:gd name="connsiteX9" fmla="*/ 4999 w 10000"/>
              <a:gd name="connsiteY9" fmla="*/ 9989 h 9989"/>
              <a:gd name="connsiteX10" fmla="*/ 4988 w 10000"/>
              <a:gd name="connsiteY10" fmla="*/ 9989 h 9989"/>
              <a:gd name="connsiteX11" fmla="*/ 4980 w 10000"/>
              <a:gd name="connsiteY11" fmla="*/ 9970 h 9989"/>
              <a:gd name="connsiteX12" fmla="*/ 4969 w 10000"/>
              <a:gd name="connsiteY12" fmla="*/ 9951 h 9989"/>
              <a:gd name="connsiteX13" fmla="*/ 4962 w 10000"/>
              <a:gd name="connsiteY13" fmla="*/ 9939 h 9989"/>
              <a:gd name="connsiteX14" fmla="*/ 4650 w 10000"/>
              <a:gd name="connsiteY14" fmla="*/ 8782 h 9989"/>
              <a:gd name="connsiteX15" fmla="*/ 4 w 10000"/>
              <a:gd name="connsiteY15" fmla="*/ 8782 h 9989"/>
              <a:gd name="connsiteX16" fmla="*/ 0 w 10000"/>
              <a:gd name="connsiteY16" fmla="*/ 2 h 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000" h="9989">
                <a:moveTo>
                  <a:pt x="0" y="2"/>
                </a:moveTo>
                <a:lnTo>
                  <a:pt x="10000" y="0"/>
                </a:lnTo>
                <a:cubicBezTo>
                  <a:pt x="9999" y="3035"/>
                  <a:pt x="10001" y="5747"/>
                  <a:pt x="10000" y="8782"/>
                </a:cubicBezTo>
                <a:lnTo>
                  <a:pt x="5348" y="8782"/>
                </a:lnTo>
                <a:cubicBezTo>
                  <a:pt x="5244" y="9168"/>
                  <a:pt x="5139" y="9553"/>
                  <a:pt x="5035" y="9939"/>
                </a:cubicBezTo>
                <a:lnTo>
                  <a:pt x="5035" y="9939"/>
                </a:lnTo>
                <a:cubicBezTo>
                  <a:pt x="5033" y="9943"/>
                  <a:pt x="5030" y="9947"/>
                  <a:pt x="5028" y="9951"/>
                </a:cubicBezTo>
                <a:cubicBezTo>
                  <a:pt x="5025" y="9957"/>
                  <a:pt x="5021" y="9964"/>
                  <a:pt x="5018" y="9970"/>
                </a:cubicBezTo>
                <a:cubicBezTo>
                  <a:pt x="5015" y="9976"/>
                  <a:pt x="5011" y="9983"/>
                  <a:pt x="5008" y="9989"/>
                </a:cubicBezTo>
                <a:lnTo>
                  <a:pt x="4999" y="9989"/>
                </a:lnTo>
                <a:lnTo>
                  <a:pt x="4988" y="9989"/>
                </a:lnTo>
                <a:cubicBezTo>
                  <a:pt x="4985" y="9983"/>
                  <a:pt x="4983" y="9976"/>
                  <a:pt x="4980" y="9970"/>
                </a:cubicBezTo>
                <a:cubicBezTo>
                  <a:pt x="4976" y="9964"/>
                  <a:pt x="4973" y="9957"/>
                  <a:pt x="4969" y="9951"/>
                </a:cubicBezTo>
                <a:cubicBezTo>
                  <a:pt x="4967" y="9947"/>
                  <a:pt x="4964" y="9943"/>
                  <a:pt x="4962" y="9939"/>
                </a:cubicBezTo>
                <a:lnTo>
                  <a:pt x="4650" y="8782"/>
                </a:lnTo>
                <a:lnTo>
                  <a:pt x="4" y="8782"/>
                </a:lnTo>
                <a:cubicBezTo>
                  <a:pt x="4" y="5852"/>
                  <a:pt x="0" y="2932"/>
                  <a:pt x="0" y="2"/>
                </a:cubicBezTo>
                <a:close/>
              </a:path>
            </a:pathLst>
          </a:cu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183818"/>
            <a:ext cx="10561418" cy="1468800"/>
          </a:xfrm>
        </p:spPr>
        <p:txBody>
          <a:bodyPr anchor="b"/>
          <a:lstStyle>
            <a:lvl1pPr algn="ctr">
              <a:defRPr sz="4800" b="1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552951"/>
            <a:ext cx="10561418" cy="433955"/>
          </a:xfrm>
        </p:spPr>
        <p:txBody>
          <a:bodyPr anchor="t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CC05E-9122-9144-8B16-983DDCC69640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2012000" y="6678000"/>
            <a:ext cx="180000" cy="1800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Rectangle 12"/>
          <p:cNvSpPr/>
          <p:nvPr userDrawn="1"/>
        </p:nvSpPr>
        <p:spPr>
          <a:xfrm>
            <a:off x="12012000" y="6678000"/>
            <a:ext cx="180000" cy="1800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9105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11831996" cy="970450"/>
          </a:xfrm>
        </p:spPr>
        <p:txBody>
          <a:bodyPr/>
          <a:lstStyle/>
          <a:p>
            <a:r>
              <a:rPr lang="en-US" dirty="0" smtClean="0"/>
              <a:t>Click to edit Master title style (max 2 lines)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4" y="1260000"/>
            <a:ext cx="11469596" cy="4804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4F0A4-CC7F-DB41-9322-8D98223C8455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820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ido do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Master title style (max 2 lines)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000" y="1260001"/>
            <a:ext cx="5644585" cy="480473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1260000"/>
            <a:ext cx="5642185" cy="48047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D07D-5296-5248-B16D-FC67DE75393D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19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arale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 (max 2 lines)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5644585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001" y="1945812"/>
            <a:ext cx="5644584" cy="411892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1260000"/>
            <a:ext cx="5642185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1945812"/>
            <a:ext cx="5642185" cy="411892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90FB5-A26F-8D4F-BEB6-0C6D7E4C495B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360000" y="1836262"/>
            <a:ext cx="5644585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187415" y="1836262"/>
            <a:ext cx="5644585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360000" y="1836262"/>
            <a:ext cx="5644585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6187415" y="1836262"/>
            <a:ext cx="5644585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753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Master title style (max 2 lines)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690F-9291-1748-8D66-B57834B06F52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56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4D333-E795-A245-A1E3-FCAE4EDCFC9C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96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no d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9604" y="5132940"/>
            <a:ext cx="8012392" cy="566738"/>
          </a:xfrm>
          <a:effectLst/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/>
          </p:nvPr>
        </p:nvSpPr>
        <p:spPr bwMode="auto">
          <a:xfrm>
            <a:off x="180000" y="179999"/>
            <a:ext cx="11831996" cy="489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noProof="0" smtClean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9604" y="5699678"/>
            <a:ext cx="4629352" cy="493712"/>
          </a:xfrm>
          <a:effectLst/>
        </p:spPr>
        <p:txBody>
          <a:bodyPr vert="horz" lIns="91440" tIns="45720" rIns="91440" bIns="45720" rtlCol="0" anchor="ctr"/>
          <a:lstStyle>
            <a:lvl1pPr marL="0" indent="0">
              <a:buNone/>
              <a:defRPr lang="en-US" sz="1200" dirty="0" smtClean="0"/>
            </a:lvl1pPr>
          </a:lstStyle>
          <a:p>
            <a:pPr marL="0"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121996" y="6250478"/>
            <a:ext cx="1080000" cy="365125"/>
          </a:xfrm>
        </p:spPr>
        <p:txBody>
          <a:bodyPr/>
          <a:lstStyle/>
          <a:p>
            <a:fld id="{AD8DB9F7-3BCA-8746-A3DD-3BD576C72E96}" type="datetime5">
              <a:rPr lang="es-CO" noProof="0" smtClean="0"/>
              <a:t>6-Dic-16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738956" y="6251233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smtClean="0"/>
              <a:t>Plantilla corporativa</a:t>
            </a:r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Footer Placeholder 4"/>
          <p:cNvSpPr txBox="1">
            <a:spLocks/>
          </p:cNvSpPr>
          <p:nvPr/>
        </p:nvSpPr>
        <p:spPr>
          <a:xfrm>
            <a:off x="9311996" y="5763872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Dibujo :</a:t>
            </a:r>
            <a:endParaRPr lang="es-ES_tradnl" sz="1000" b="1" noProof="0"/>
          </a:p>
        </p:txBody>
      </p:sp>
      <p:sp>
        <p:nvSpPr>
          <p:cNvPr id="11" name="Footer Placeholder 4"/>
          <p:cNvSpPr txBox="1">
            <a:spLocks/>
          </p:cNvSpPr>
          <p:nvPr/>
        </p:nvSpPr>
        <p:spPr>
          <a:xfrm>
            <a:off x="5928956" y="6257583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Asunto :</a:t>
            </a:r>
            <a:endParaRPr lang="es-ES_tradnl" sz="1000" b="1" noProof="0"/>
          </a:p>
        </p:txBody>
      </p:sp>
      <p:sp>
        <p:nvSpPr>
          <p:cNvPr id="12" name="Footer Placeholder 4"/>
          <p:cNvSpPr txBox="1">
            <a:spLocks/>
          </p:cNvSpPr>
          <p:nvPr/>
        </p:nvSpPr>
        <p:spPr>
          <a:xfrm>
            <a:off x="2520000" y="6257583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Diseñador :</a:t>
            </a:r>
            <a:endParaRPr lang="es-ES_tradnl" sz="1000" b="1" noProof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209604" y="5699678"/>
            <a:ext cx="108000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Footer Placeholder 4"/>
          <p:cNvSpPr txBox="1">
            <a:spLocks/>
          </p:cNvSpPr>
          <p:nvPr/>
        </p:nvSpPr>
        <p:spPr>
          <a:xfrm>
            <a:off x="9311996" y="5277191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Revisión :</a:t>
            </a:r>
            <a:endParaRPr lang="es-ES_tradnl" sz="1000" b="1" noProof="0"/>
          </a:p>
        </p:txBody>
      </p:sp>
      <p:sp>
        <p:nvSpPr>
          <p:cNvPr id="23" name="Footer Placeholder 4"/>
          <p:cNvSpPr txBox="1">
            <a:spLocks/>
          </p:cNvSpPr>
          <p:nvPr/>
        </p:nvSpPr>
        <p:spPr>
          <a:xfrm>
            <a:off x="177608" y="5231669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Proyecto :</a:t>
            </a:r>
            <a:endParaRPr lang="es-ES_tradnl" sz="1000" b="1" noProof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80000" y="5132940"/>
            <a:ext cx="1183263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80000" y="6190214"/>
            <a:ext cx="1183263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Footer Placeholder 4"/>
          <p:cNvSpPr txBox="1">
            <a:spLocks/>
          </p:cNvSpPr>
          <p:nvPr/>
        </p:nvSpPr>
        <p:spPr>
          <a:xfrm>
            <a:off x="5928956" y="5763872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Cliente :</a:t>
            </a:r>
            <a:endParaRPr lang="es-ES_tradnl" sz="1000" b="1" noProof="0"/>
          </a:p>
        </p:txBody>
      </p:sp>
      <p:sp>
        <p:nvSpPr>
          <p:cNvPr id="32" name="Footer Placeholder 4"/>
          <p:cNvSpPr txBox="1">
            <a:spLocks/>
          </p:cNvSpPr>
          <p:nvPr/>
        </p:nvSpPr>
        <p:spPr>
          <a:xfrm>
            <a:off x="9311996" y="6251232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Fecha :</a:t>
            </a:r>
            <a:endParaRPr lang="es-ES_tradnl" sz="1000" b="1" noProof="0"/>
          </a:p>
        </p:txBody>
      </p:sp>
      <p:sp>
        <p:nvSpPr>
          <p:cNvPr id="33" name="Oval 32"/>
          <p:cNvSpPr/>
          <p:nvPr/>
        </p:nvSpPr>
        <p:spPr>
          <a:xfrm flipH="1">
            <a:off x="5858699" y="6420118"/>
            <a:ext cx="45720" cy="45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38" name="Oval 37"/>
          <p:cNvSpPr/>
          <p:nvPr/>
        </p:nvSpPr>
        <p:spPr>
          <a:xfrm flipH="1">
            <a:off x="5858699" y="5924444"/>
            <a:ext cx="45720" cy="45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39" name="Oval 38"/>
          <p:cNvSpPr/>
          <p:nvPr/>
        </p:nvSpPr>
        <p:spPr>
          <a:xfrm flipH="1">
            <a:off x="9242335" y="5394502"/>
            <a:ext cx="45720" cy="45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41" name="Oval 40"/>
          <p:cNvSpPr/>
          <p:nvPr/>
        </p:nvSpPr>
        <p:spPr>
          <a:xfrm flipH="1">
            <a:off x="9242335" y="5924444"/>
            <a:ext cx="45720" cy="45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8"/>
          </p:nvPr>
        </p:nvSpPr>
        <p:spPr>
          <a:xfrm>
            <a:off x="3338643" y="6254408"/>
            <a:ext cx="2500312" cy="361195"/>
          </a:xfrm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>
              <a:buNone/>
              <a:defRPr lang="en-US" sz="1200" dirty="0" smtClean="0"/>
            </a:lvl1pPr>
          </a:lstStyle>
          <a:p>
            <a:pPr marL="0" lvl="0" indent="0"/>
            <a:r>
              <a:rPr lang="en-US" noProof="0" smtClean="0"/>
              <a:t>Click to edit Master text styles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9"/>
          </p:nvPr>
        </p:nvSpPr>
        <p:spPr>
          <a:xfrm>
            <a:off x="6734273" y="5763873"/>
            <a:ext cx="2487613" cy="358974"/>
          </a:xfrm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>
              <a:buNone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noProof="0" smtClean="0"/>
              <a:t>Click to edit Master text styles</a:t>
            </a:r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21"/>
          </p:nvPr>
        </p:nvSpPr>
        <p:spPr>
          <a:xfrm>
            <a:off x="10117204" y="5763872"/>
            <a:ext cx="1892300" cy="365324"/>
          </a:xfrm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>
              <a:buNone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noProof="0" smtClean="0"/>
              <a:t>Click to edit Master text styles</a:t>
            </a:r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2"/>
          </p:nvPr>
        </p:nvSpPr>
        <p:spPr>
          <a:xfrm>
            <a:off x="10117204" y="5277192"/>
            <a:ext cx="1892400" cy="365018"/>
          </a:xfrm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>
              <a:buNone/>
              <a:tabLst/>
              <a:defRPr lang="en-US" sz="1200" dirty="0" smtClean="0"/>
            </a:lvl1pPr>
          </a:lstStyle>
          <a:p>
            <a:pPr marL="0" lvl="0" indent="0"/>
            <a:r>
              <a:rPr lang="en-US" noProof="0" smtClean="0"/>
              <a:t>Click to edit Master text styles</a:t>
            </a:r>
          </a:p>
        </p:txBody>
      </p:sp>
      <p:sp>
        <p:nvSpPr>
          <p:cNvPr id="51" name="Oval 50"/>
          <p:cNvSpPr/>
          <p:nvPr/>
        </p:nvSpPr>
        <p:spPr>
          <a:xfrm flipH="1">
            <a:off x="9245383" y="6427935"/>
            <a:ext cx="45720" cy="45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30" name="Footer Placeholder 4"/>
          <p:cNvSpPr txBox="1">
            <a:spLocks/>
          </p:cNvSpPr>
          <p:nvPr userDrawn="1"/>
        </p:nvSpPr>
        <p:spPr>
          <a:xfrm>
            <a:off x="9311996" y="5763872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Dibujo :</a:t>
            </a:r>
            <a:endParaRPr lang="es-ES_tradnl" sz="1000" b="1" noProof="0"/>
          </a:p>
        </p:txBody>
      </p:sp>
      <p:sp>
        <p:nvSpPr>
          <p:cNvPr id="31" name="Footer Placeholder 4"/>
          <p:cNvSpPr txBox="1">
            <a:spLocks/>
          </p:cNvSpPr>
          <p:nvPr userDrawn="1"/>
        </p:nvSpPr>
        <p:spPr>
          <a:xfrm>
            <a:off x="5928956" y="6257583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Asunto :</a:t>
            </a:r>
            <a:endParaRPr lang="es-ES_tradnl" sz="1000" b="1" noProof="0"/>
          </a:p>
        </p:txBody>
      </p:sp>
      <p:sp>
        <p:nvSpPr>
          <p:cNvPr id="34" name="Footer Placeholder 4"/>
          <p:cNvSpPr txBox="1">
            <a:spLocks/>
          </p:cNvSpPr>
          <p:nvPr userDrawn="1"/>
        </p:nvSpPr>
        <p:spPr>
          <a:xfrm>
            <a:off x="2520000" y="6257583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Diseñador :</a:t>
            </a:r>
            <a:endParaRPr lang="es-ES_tradnl" sz="1000" b="1" noProof="0"/>
          </a:p>
        </p:txBody>
      </p:sp>
      <p:cxnSp>
        <p:nvCxnSpPr>
          <p:cNvPr id="35" name="Straight Connector 34"/>
          <p:cNvCxnSpPr/>
          <p:nvPr userDrawn="1"/>
        </p:nvCxnSpPr>
        <p:spPr>
          <a:xfrm>
            <a:off x="1209604" y="5699678"/>
            <a:ext cx="108000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6" name="Footer Placeholder 4"/>
          <p:cNvSpPr txBox="1">
            <a:spLocks/>
          </p:cNvSpPr>
          <p:nvPr userDrawn="1"/>
        </p:nvSpPr>
        <p:spPr>
          <a:xfrm>
            <a:off x="9311996" y="5277191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Revisión :</a:t>
            </a:r>
            <a:endParaRPr lang="es-ES_tradnl" sz="1000" b="1" noProof="0"/>
          </a:p>
        </p:txBody>
      </p:sp>
      <p:sp>
        <p:nvSpPr>
          <p:cNvPr id="37" name="Footer Placeholder 4"/>
          <p:cNvSpPr txBox="1">
            <a:spLocks/>
          </p:cNvSpPr>
          <p:nvPr userDrawn="1"/>
        </p:nvSpPr>
        <p:spPr>
          <a:xfrm>
            <a:off x="177608" y="5231669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Proyecto :</a:t>
            </a:r>
            <a:endParaRPr lang="es-ES_tradnl" sz="1000" b="1" noProof="0"/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180000" y="5132940"/>
            <a:ext cx="1183263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 userDrawn="1"/>
        </p:nvCxnSpPr>
        <p:spPr>
          <a:xfrm>
            <a:off x="180000" y="6190214"/>
            <a:ext cx="1183263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Footer Placeholder 4"/>
          <p:cNvSpPr txBox="1">
            <a:spLocks/>
          </p:cNvSpPr>
          <p:nvPr userDrawn="1"/>
        </p:nvSpPr>
        <p:spPr>
          <a:xfrm>
            <a:off x="5928956" y="5763872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Cliente :</a:t>
            </a:r>
            <a:endParaRPr lang="es-ES_tradnl" sz="1000" b="1" noProof="0"/>
          </a:p>
        </p:txBody>
      </p:sp>
      <p:sp>
        <p:nvSpPr>
          <p:cNvPr id="45" name="Footer Placeholder 4"/>
          <p:cNvSpPr txBox="1">
            <a:spLocks/>
          </p:cNvSpPr>
          <p:nvPr userDrawn="1"/>
        </p:nvSpPr>
        <p:spPr>
          <a:xfrm>
            <a:off x="9311996" y="6251232"/>
            <a:ext cx="7200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sz="1000" b="1" noProof="0" smtClean="0"/>
              <a:t>Fecha :</a:t>
            </a:r>
            <a:endParaRPr lang="es-ES_tradnl" sz="1000" b="1" noProof="0"/>
          </a:p>
        </p:txBody>
      </p:sp>
      <p:sp>
        <p:nvSpPr>
          <p:cNvPr id="46" name="Oval 45"/>
          <p:cNvSpPr/>
          <p:nvPr userDrawn="1"/>
        </p:nvSpPr>
        <p:spPr>
          <a:xfrm flipH="1">
            <a:off x="5858699" y="6420118"/>
            <a:ext cx="45720" cy="45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47" name="Oval 46"/>
          <p:cNvSpPr/>
          <p:nvPr userDrawn="1"/>
        </p:nvSpPr>
        <p:spPr>
          <a:xfrm flipH="1">
            <a:off x="5858699" y="5924444"/>
            <a:ext cx="45720" cy="45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49" name="Oval 48"/>
          <p:cNvSpPr/>
          <p:nvPr userDrawn="1"/>
        </p:nvSpPr>
        <p:spPr>
          <a:xfrm flipH="1">
            <a:off x="9242335" y="5394502"/>
            <a:ext cx="45720" cy="45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52" name="Oval 51"/>
          <p:cNvSpPr/>
          <p:nvPr userDrawn="1"/>
        </p:nvSpPr>
        <p:spPr>
          <a:xfrm flipH="1">
            <a:off x="9242335" y="5924444"/>
            <a:ext cx="45720" cy="45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53" name="Oval 52"/>
          <p:cNvSpPr/>
          <p:nvPr userDrawn="1"/>
        </p:nvSpPr>
        <p:spPr>
          <a:xfrm flipH="1">
            <a:off x="9245383" y="6427935"/>
            <a:ext cx="45720" cy="45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54" name="Oval 53"/>
          <p:cNvSpPr/>
          <p:nvPr userDrawn="1"/>
        </p:nvSpPr>
        <p:spPr>
          <a:xfrm flipH="1">
            <a:off x="2523270" y="6420118"/>
            <a:ext cx="45720" cy="45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32240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ferencia gráfic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 flipH="1">
            <a:off x="834052" y="352674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pattFill prst="wdDnDiag">
            <a:fgClr>
              <a:schemeClr val="tx1">
                <a:lumMod val="65000"/>
                <a:lumOff val="35000"/>
              </a:schemeClr>
            </a:fgClr>
            <a:bgClr>
              <a:schemeClr val="bg1">
                <a:lumMod val="50000"/>
              </a:schemeClr>
            </a:bgClr>
          </a:pattFill>
          <a:ln>
            <a:solidFill>
              <a:schemeClr val="bg1">
                <a:lumMod val="50000"/>
              </a:schemeClr>
            </a:solidFill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834052" y="352675"/>
            <a:ext cx="3547533" cy="1618396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180000"/>
            <a:ext cx="6973967" cy="588474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005" y="2260738"/>
            <a:ext cx="4260680" cy="3804002"/>
          </a:xfrm>
        </p:spPr>
        <p:txBody>
          <a:bodyPr/>
          <a:lstStyle>
            <a:lvl1pPr marL="0" indent="0" algn="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2012-55BC-3040-A217-4F6940B3FA02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189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ferencia gráfic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94570" y="6251544"/>
            <a:ext cx="976879" cy="365125"/>
          </a:xfrm>
        </p:spPr>
        <p:txBody>
          <a:bodyPr/>
          <a:lstStyle/>
          <a:p>
            <a:fld id="{7340B3DE-873E-8642-B857-49D38C77915B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15479" y="625154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49841" y="6251544"/>
            <a:ext cx="106215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311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ia gráfic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pattFill prst="wdDnDiag">
            <a:fgClr>
              <a:schemeClr val="bg1">
                <a:lumMod val="75000"/>
              </a:schemeClr>
            </a:fgClr>
            <a:bgClr>
              <a:schemeClr val="tx2"/>
            </a:bgClr>
          </a:patt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E61F-1B6F-3446-9B0F-E75A92E45E6F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798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B34D-5D11-2041-B2FA-E45E93F2FBFE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491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resentació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0000" y="1260000"/>
            <a:ext cx="11469600" cy="480474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305F3-39F3-5A45-AFAB-A148522D7EC3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377" b="-37377"/>
          <a:stretch/>
        </p:blipFill>
        <p:spPr>
          <a:xfrm rot="5400000">
            <a:off x="179368" y="6114762"/>
            <a:ext cx="649111" cy="63807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377" b="-37377"/>
          <a:stretch/>
        </p:blipFill>
        <p:spPr>
          <a:xfrm rot="5400000">
            <a:off x="179368" y="6114762"/>
            <a:ext cx="649111" cy="63807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713145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ul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419149" y="446089"/>
            <a:ext cx="4410451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03536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0004" y="180000"/>
            <a:ext cx="6879141" cy="588474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CD02-7680-6049-B33A-0F884CF641FB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377" b="-37377"/>
          <a:stretch/>
        </p:blipFill>
        <p:spPr>
          <a:xfrm rot="5400000">
            <a:off x="179368" y="6114762"/>
            <a:ext cx="649111" cy="63807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377" b="-37377"/>
          <a:stretch/>
        </p:blipFill>
        <p:spPr>
          <a:xfrm rot="5400000">
            <a:off x="179368" y="6114762"/>
            <a:ext cx="649111" cy="63807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1998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518874"/>
            <a:ext cx="11469600" cy="4545866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0" tIns="0" rIns="0" bIns="0" rtlCol="0" anchor="t" anchorCtr="0">
            <a:noAutofit/>
          </a:bodyPr>
          <a:lstStyle/>
          <a:p>
            <a:pPr lvl="0"/>
            <a:endParaRPr lang="es-ES_tradnl" noProof="0" dirty="0" smtClean="0"/>
          </a:p>
          <a:p>
            <a:pPr lvl="0"/>
            <a:r>
              <a:rPr lang="es-ES_tradnl" noProof="0" dirty="0" err="1" smtClean="0"/>
              <a:t>Click</a:t>
            </a:r>
            <a:r>
              <a:rPr lang="es-ES_tradnl" noProof="0" dirty="0" smtClean="0"/>
              <a:t> to </a:t>
            </a:r>
            <a:r>
              <a:rPr lang="es-ES_tradnl" noProof="0" dirty="0" err="1" smtClean="0"/>
              <a:t>edit</a:t>
            </a:r>
            <a:r>
              <a:rPr lang="es-ES_tradnl" noProof="0" dirty="0" smtClean="0"/>
              <a:t> Master </a:t>
            </a:r>
            <a:r>
              <a:rPr lang="es-ES_tradnl" noProof="0" dirty="0" err="1" smtClean="0"/>
              <a:t>text</a:t>
            </a:r>
            <a:r>
              <a:rPr lang="es-ES_tradnl" noProof="0" dirty="0" smtClean="0"/>
              <a:t> </a:t>
            </a:r>
            <a:r>
              <a:rPr lang="es-ES_tradnl" noProof="0" dirty="0" err="1" smtClean="0"/>
              <a:t>styles</a:t>
            </a:r>
            <a:endParaRPr lang="es-ES_tradnl" noProof="0" dirty="0" smtClean="0"/>
          </a:p>
          <a:p>
            <a:pPr lvl="1"/>
            <a:r>
              <a:rPr lang="es-ES_tradnl" noProof="0" dirty="0" err="1" smtClean="0"/>
              <a:t>Second</a:t>
            </a:r>
            <a:r>
              <a:rPr lang="es-ES_tradnl" noProof="0" dirty="0" smtClean="0"/>
              <a:t> </a:t>
            </a:r>
            <a:r>
              <a:rPr lang="es-ES_tradnl" noProof="0" dirty="0" err="1" smtClean="0"/>
              <a:t>level</a:t>
            </a:r>
            <a:endParaRPr lang="es-ES_tradnl" noProof="0" dirty="0" smtClean="0"/>
          </a:p>
          <a:p>
            <a:pPr lvl="2"/>
            <a:r>
              <a:rPr lang="es-ES_tradnl" noProof="0" dirty="0" err="1" smtClean="0"/>
              <a:t>Third</a:t>
            </a:r>
            <a:r>
              <a:rPr lang="es-ES_tradnl" noProof="0" dirty="0" smtClean="0"/>
              <a:t> </a:t>
            </a:r>
            <a:r>
              <a:rPr lang="es-ES_tradnl" noProof="0" dirty="0" err="1" smtClean="0"/>
              <a:t>level</a:t>
            </a:r>
            <a:endParaRPr lang="es-ES_tradnl" noProof="0" dirty="0" smtClean="0"/>
          </a:p>
          <a:p>
            <a:pPr lvl="3"/>
            <a:r>
              <a:rPr lang="es-ES_tradnl" noProof="0" dirty="0" err="1" smtClean="0"/>
              <a:t>Fourth</a:t>
            </a:r>
            <a:r>
              <a:rPr lang="es-ES_tradnl" noProof="0" dirty="0" smtClean="0"/>
              <a:t> </a:t>
            </a:r>
            <a:r>
              <a:rPr lang="es-ES_tradnl" noProof="0" dirty="0" err="1" smtClean="0"/>
              <a:t>level</a:t>
            </a:r>
            <a:endParaRPr lang="es-ES_tradnl" noProof="0" dirty="0" smtClean="0"/>
          </a:p>
          <a:p>
            <a:pPr lvl="4"/>
            <a:r>
              <a:rPr lang="es-ES_tradnl" noProof="0" dirty="0" err="1" smtClean="0"/>
              <a:t>Fifth</a:t>
            </a:r>
            <a:r>
              <a:rPr lang="es-ES_tradnl" noProof="0" dirty="0" smtClean="0"/>
              <a:t> </a:t>
            </a:r>
            <a:r>
              <a:rPr lang="es-ES_tradnl" noProof="0" dirty="0" err="1" smtClean="0"/>
              <a:t>level</a:t>
            </a:r>
            <a:endParaRPr lang="es-ES_tradnl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0000" y="180000"/>
            <a:ext cx="11832000" cy="9704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noProof="0" smtClean="0"/>
              <a:t>Click to edit Master title style</a:t>
            </a:r>
            <a:endParaRPr lang="es-ES_tradnl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21996" y="6251234"/>
            <a:ext cx="108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40A5E5C5-6E73-394E-8F7A-ADAD8497F24F}" type="datetime5">
              <a:rPr lang="es-CO" noProof="0" smtClean="0"/>
              <a:t>6-Dic-16</a:t>
            </a:fld>
            <a:endParaRPr lang="es-ES_tradnl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1996" y="6251234"/>
            <a:ext cx="720000" cy="365125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s-ES_tradnl" noProof="0" smtClean="0"/>
              <a:pPr/>
              <a:t>‹#›</a:t>
            </a:fld>
            <a:endParaRPr lang="es-ES_tradnl" noProof="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69" y="6251234"/>
            <a:ext cx="649111" cy="365125"/>
          </a:xfrm>
          <a:prstGeom prst="rect">
            <a:avLst/>
          </a:prstGeom>
        </p:spPr>
      </p:pic>
      <p:sp>
        <p:nvSpPr>
          <p:cNvPr id="23" name="Footer Placeholder 4"/>
          <p:cNvSpPr txBox="1">
            <a:spLocks/>
          </p:cNvSpPr>
          <p:nvPr/>
        </p:nvSpPr>
        <p:spPr>
          <a:xfrm>
            <a:off x="900000" y="6251234"/>
            <a:ext cx="16200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noProof="0" dirty="0" err="1" smtClean="0"/>
              <a:t>www.CTDestudio.co</a:t>
            </a:r>
            <a:endParaRPr lang="es-ES_tradnl" sz="1400" b="1" noProof="0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80000" y="6677379"/>
            <a:ext cx="1183263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0" y="0"/>
            <a:ext cx="90000" cy="4679380"/>
            <a:chOff x="0" y="0"/>
            <a:chExt cx="180000" cy="467938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80000" cy="252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0" y="2519380"/>
              <a:ext cx="180000" cy="1440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0" y="3959380"/>
              <a:ext cx="180000" cy="720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grpSp>
        <p:nvGrpSpPr>
          <p:cNvPr id="37" name="Group 36"/>
          <p:cNvGrpSpPr/>
          <p:nvPr/>
        </p:nvGrpSpPr>
        <p:grpSpPr>
          <a:xfrm flipH="1" flipV="1">
            <a:off x="12103200" y="2178620"/>
            <a:ext cx="90000" cy="4679380"/>
            <a:chOff x="0" y="0"/>
            <a:chExt cx="180000" cy="4679380"/>
          </a:xfrm>
        </p:grpSpPr>
        <p:sp>
          <p:nvSpPr>
            <p:cNvPr id="38" name="Rectangle 37"/>
            <p:cNvSpPr/>
            <p:nvPr/>
          </p:nvSpPr>
          <p:spPr>
            <a:xfrm>
              <a:off x="0" y="0"/>
              <a:ext cx="180000" cy="2520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0" y="2519380"/>
              <a:ext cx="180000" cy="1440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0" y="3959380"/>
              <a:ext cx="180000" cy="72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sp>
        <p:nvSpPr>
          <p:cNvPr id="4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38956" y="6251234"/>
            <a:ext cx="248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s-ES_tradnl" smtClean="0"/>
              <a:t>Plantilla corporativa</a:t>
            </a:r>
            <a:endParaRPr lang="es-ES_tradnl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69" y="6251234"/>
            <a:ext cx="649111" cy="365125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180000" y="6677379"/>
            <a:ext cx="1183263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 userDrawn="1"/>
        </p:nvGrpSpPr>
        <p:grpSpPr>
          <a:xfrm flipH="1" flipV="1">
            <a:off x="12103200" y="2178620"/>
            <a:ext cx="90000" cy="4679380"/>
            <a:chOff x="0" y="0"/>
            <a:chExt cx="180000" cy="4679380"/>
          </a:xfrm>
        </p:grpSpPr>
        <p:sp>
          <p:nvSpPr>
            <p:cNvPr id="27" name="Rectangle 26"/>
            <p:cNvSpPr/>
            <p:nvPr userDrawn="1"/>
          </p:nvSpPr>
          <p:spPr>
            <a:xfrm>
              <a:off x="0" y="0"/>
              <a:ext cx="180000" cy="2520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0" name="Rectangle 29"/>
            <p:cNvSpPr/>
            <p:nvPr userDrawn="1"/>
          </p:nvSpPr>
          <p:spPr>
            <a:xfrm>
              <a:off x="0" y="3959380"/>
              <a:ext cx="180000" cy="72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876545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hdr="0"/>
  <p:txStyles>
    <p:titleStyle>
      <a:lvl1pPr algn="l" defTabSz="457200" rtl="0" eaLnBrk="1" latinLnBrk="0" hangingPunct="1">
        <a:lnSpc>
          <a:spcPts val="3500"/>
        </a:lnSpc>
        <a:spcBef>
          <a:spcPct val="0"/>
        </a:spcBef>
        <a:buNone/>
        <a:defRPr sz="4000" b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s-ES_tradnl" dirty="0" smtClean="0"/>
              <a:t>Proyecto de sitio web</a:t>
            </a:r>
            <a:br>
              <a:rPr lang="es-ES_tradnl" dirty="0" smtClean="0"/>
            </a:br>
            <a:r>
              <a:rPr lang="es-ES_tradnl" dirty="0" err="1" smtClean="0"/>
              <a:t>CTDestudio.co</a:t>
            </a:r>
            <a:endParaRPr lang="es-ES_tradn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_tradnl" dirty="0" err="1" smtClean="0"/>
              <a:t>Versi</a:t>
            </a:r>
            <a:r>
              <a:rPr lang="es-ES" dirty="0" err="1" smtClean="0"/>
              <a:t>ón</a:t>
            </a:r>
            <a:r>
              <a:rPr lang="es-ES" dirty="0" smtClean="0"/>
              <a:t> 1.0 del sitio corporativo</a:t>
            </a:r>
            <a:endParaRPr lang="es-ES_trad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A05F-BB6C-B44F-AA67-DC94EB5EA412}" type="datetime5">
              <a:rPr lang="es-ES_tradnl" smtClean="0"/>
              <a:t>6-Dec-16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dirty="0" smtClean="0"/>
              <a:t>Plantilla corporativa</a:t>
            </a:r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s-ES_tradnl" smtClean="0"/>
              <a:pPr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94198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El sitio web de la organización</a:t>
            </a:r>
            <a:r>
              <a:rPr lang="es-ES" dirty="0" smtClean="0"/>
              <a:t> es una plataforma para compartir información</a:t>
            </a:r>
            <a:endParaRPr lang="es-ES_trad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 anchor="ctr"/>
          <a:lstStyle/>
          <a:p>
            <a:r>
              <a:rPr lang="es-ES_tradnl" dirty="0" smtClean="0"/>
              <a:t>El cliente encuentra información sobre lo que podemos hacer por </a:t>
            </a:r>
            <a:r>
              <a:rPr lang="es-ES" dirty="0" smtClean="0"/>
              <a:t>él.</a:t>
            </a:r>
          </a:p>
          <a:p>
            <a:r>
              <a:rPr lang="es-ES" dirty="0" smtClean="0"/>
              <a:t>El cliente nos comparte información sobre lo que necesita de nosotros.</a:t>
            </a:r>
            <a:endParaRPr lang="es-ES_trad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1D59-229B-ED46-AA83-CE07C56408BF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33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s-ES_tradnl" dirty="0" smtClean="0"/>
              <a:t>Objetivos</a:t>
            </a:r>
            <a:endParaRPr lang="es-ES_tradnl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0" indent="0">
              <a:buNone/>
            </a:pPr>
            <a:r>
              <a:rPr lang="es-ES_tradnl" dirty="0" smtClean="0"/>
              <a:t>Contenido.</a:t>
            </a:r>
          </a:p>
          <a:p>
            <a:r>
              <a:rPr lang="es-ES_tradnl" dirty="0" err="1" smtClean="0"/>
              <a:t>Obj</a:t>
            </a:r>
            <a:r>
              <a:rPr lang="es-ES_tradnl" dirty="0" smtClean="0"/>
              <a:t> 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3413-2251-B849-96F3-C0F1DDA2E959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8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90FB5-A26F-8D4F-BEB6-0C6D7E4C495B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Plantilla corporativa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73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s-ES_tradnl" dirty="0" smtClean="0"/>
              <a:t>Sitio web </a:t>
            </a:r>
            <a:r>
              <a:rPr lang="es-ES_tradnl" dirty="0" err="1" smtClean="0"/>
              <a:t>CTDestudio.co</a:t>
            </a:r>
            <a:endParaRPr lang="es-ES_trad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_tradnl" dirty="0" smtClean="0"/>
              <a:t>Concepto de estilo global</a:t>
            </a:r>
            <a:endParaRPr lang="es-ES_tradnl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4740-3F28-6C4B-BFBD-3FDAD6A57D84}" type="datetime5">
              <a:rPr lang="es-CO" smtClean="0"/>
              <a:t>6-Dic-16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dirty="0" smtClean="0"/>
              <a:t>Plantilla corporativa</a:t>
            </a:r>
            <a:endParaRPr lang="es-ES_trad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7938" indent="0"/>
            <a:r>
              <a:rPr lang="es-ES_tradnl" dirty="0" smtClean="0"/>
              <a:t>Ing. Juan Camilo Torres C</a:t>
            </a:r>
            <a:endParaRPr lang="es-ES_tradnl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pPr marL="7938" indent="0">
              <a:buNone/>
            </a:pPr>
            <a:r>
              <a:rPr lang="es-ES_tradnl" dirty="0" smtClean="0"/>
              <a:t>CTD Corporación profesional</a:t>
            </a:r>
            <a:endParaRPr lang="es-ES_tradnl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7938" indent="0">
              <a:buNone/>
            </a:pPr>
            <a:r>
              <a:rPr lang="es-ES_tradnl" dirty="0" smtClean="0"/>
              <a:t>Juan Camilo Torres</a:t>
            </a:r>
            <a:endParaRPr lang="es-ES_tradnl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7938"/>
            <a:r>
              <a:rPr lang="es-ES_tradnl" dirty="0" smtClean="0"/>
              <a:t>ver 0,10 – 04-10-2016</a:t>
            </a:r>
            <a:endParaRPr lang="es-ES_tradnl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12382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240120" y="151002"/>
            <a:ext cx="9708458" cy="594779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dirty="0" smtClean="0">
                <a:latin typeface="Arial Black" panose="020B0A04020102020204" pitchFamily="34" charset="0"/>
              </a:rPr>
              <a:t>DYNAMIC CONTENT</a:t>
            </a:r>
            <a:br>
              <a:rPr lang="es-CO" sz="3200" dirty="0" smtClean="0">
                <a:latin typeface="Arial Black" panose="020B0A04020102020204" pitchFamily="34" charset="0"/>
              </a:rPr>
            </a:br>
            <a:r>
              <a:rPr lang="es-CO" sz="3200" dirty="0" smtClean="0">
                <a:latin typeface="Arial Black" panose="020B0A04020102020204" pitchFamily="34" charset="0"/>
              </a:rPr>
              <a:t>(user choice based)</a:t>
            </a:r>
            <a:endParaRPr lang="es-CO" sz="3200" dirty="0">
              <a:latin typeface="Arial Black" panose="020B0A040201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86773" y="4027535"/>
            <a:ext cx="3415152" cy="50352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s-CO" sz="1600" smtClean="0">
                <a:latin typeface="Arial Black" panose="020B0A04020102020204" pitchFamily="34" charset="0"/>
              </a:rPr>
              <a:t>OPTION 1</a:t>
            </a:r>
            <a:endParaRPr lang="es-CO" sz="1600" dirty="0">
              <a:latin typeface="Arial Black" panose="020B0A04020102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-847289" y="-1124126"/>
            <a:ext cx="3431097" cy="343109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dirty="0" smtClean="0">
                <a:latin typeface="Arial Black" panose="020B0A04020102020204" pitchFamily="34" charset="0"/>
              </a:rPr>
              <a:t>LOGO</a:t>
            </a:r>
            <a:endParaRPr lang="es-CO" sz="3200" dirty="0">
              <a:latin typeface="Arial Black" panose="020B0A0402010202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848165" y="2466363"/>
            <a:ext cx="3092165" cy="633369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HELP / SETTINGS</a:t>
            </a:r>
            <a:endParaRPr lang="es-CO" dirty="0"/>
          </a:p>
        </p:txBody>
      </p:sp>
      <p:sp>
        <p:nvSpPr>
          <p:cNvPr id="19" name="Oval 18"/>
          <p:cNvSpPr/>
          <p:nvPr/>
        </p:nvSpPr>
        <p:spPr>
          <a:xfrm flipH="1">
            <a:off x="1885739" y="252000"/>
            <a:ext cx="498164" cy="49816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CO" sz="1000" dirty="0">
                <a:solidFill>
                  <a:srgbClr val="C00000"/>
                </a:solidFill>
                <a:latin typeface="Arial Black" panose="020B0A04020102020204" pitchFamily="34" charset="0"/>
              </a:rPr>
              <a:t>MENU </a:t>
            </a: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/>
            </a:r>
            <a:b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ITEM</a:t>
            </a:r>
            <a:endParaRPr lang="es-CO" sz="1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 flipH="1">
            <a:off x="1240120" y="1464418"/>
            <a:ext cx="498164" cy="49816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CO" sz="1000" dirty="0">
                <a:solidFill>
                  <a:srgbClr val="C00000"/>
                </a:solidFill>
                <a:latin typeface="Arial Black" panose="020B0A04020102020204" pitchFamily="34" charset="0"/>
              </a:rPr>
              <a:t>MENU </a:t>
            </a: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/>
            </a:r>
            <a:b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ITEM</a:t>
            </a:r>
            <a:endParaRPr lang="es-CO" sz="1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 flipH="1">
            <a:off x="1792706" y="930127"/>
            <a:ext cx="498164" cy="49816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CO" sz="1000" dirty="0">
                <a:solidFill>
                  <a:srgbClr val="C00000"/>
                </a:solidFill>
                <a:latin typeface="Arial Black" panose="020B0A04020102020204" pitchFamily="34" charset="0"/>
              </a:rPr>
              <a:t>MENU </a:t>
            </a:r>
            <a:br>
              <a:rPr lang="es-CO" sz="1000" dirty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ITEM</a:t>
            </a:r>
            <a:endParaRPr lang="es-CO" sz="1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Oval 26"/>
          <p:cNvSpPr/>
          <p:nvPr/>
        </p:nvSpPr>
        <p:spPr>
          <a:xfrm flipH="1">
            <a:off x="599627" y="1587392"/>
            <a:ext cx="498164" cy="49816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MENU </a:t>
            </a:r>
            <a:b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ITEM</a:t>
            </a:r>
            <a:endParaRPr lang="es-CO" sz="1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-1034444" y="-1124126"/>
            <a:ext cx="1027289" cy="35904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angle 13"/>
          <p:cNvSpPr/>
          <p:nvPr/>
        </p:nvSpPr>
        <p:spPr>
          <a:xfrm>
            <a:off x="-188806" y="0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angle 19"/>
          <p:cNvSpPr/>
          <p:nvPr/>
        </p:nvSpPr>
        <p:spPr>
          <a:xfrm>
            <a:off x="-1034444" y="-1124125"/>
            <a:ext cx="4100373" cy="11241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angle 15"/>
          <p:cNvSpPr/>
          <p:nvPr/>
        </p:nvSpPr>
        <p:spPr>
          <a:xfrm>
            <a:off x="4386773" y="4708321"/>
            <a:ext cx="3415152" cy="50352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s-CO" sz="1600" dirty="0" smtClean="0">
                <a:latin typeface="Arial Black" panose="020B0A04020102020204" pitchFamily="34" charset="0"/>
              </a:rPr>
              <a:t>OPTION 2</a:t>
            </a:r>
            <a:endParaRPr lang="es-CO" sz="1600" dirty="0">
              <a:latin typeface="Arial Black" panose="020B0A040201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86773" y="5363415"/>
            <a:ext cx="3415152" cy="32770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s-CO" sz="1600" smtClean="0">
                <a:latin typeface="Arial Black" panose="020B0A04020102020204" pitchFamily="34" charset="0"/>
              </a:rPr>
              <a:t>MORE INFO</a:t>
            </a:r>
            <a:endParaRPr lang="es-CO" sz="1600" dirty="0">
              <a:latin typeface="Arial Black" panose="020B0A040201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95129" y="151002"/>
            <a:ext cx="3841899" cy="7791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smtClean="0">
                <a:latin typeface="Arial Black" panose="020B0A04020102020204" pitchFamily="34" charset="0"/>
              </a:rPr>
              <a:t>Social</a:t>
            </a:r>
            <a:endParaRPr lang="es-CO" sz="3200" dirty="0">
              <a:latin typeface="Arial Black" panose="020B0A040201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0000" y="180000"/>
            <a:ext cx="11831996" cy="64980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4" name="Rectangle 23"/>
          <p:cNvSpPr/>
          <p:nvPr/>
        </p:nvSpPr>
        <p:spPr>
          <a:xfrm>
            <a:off x="360004" y="1260000"/>
            <a:ext cx="11469596" cy="480474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0046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240120" y="151002"/>
            <a:ext cx="9708458" cy="594779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dirty="0" smtClean="0">
                <a:latin typeface="Arial Black" panose="020B0A04020102020204" pitchFamily="34" charset="0"/>
              </a:rPr>
              <a:t>MAIN </a:t>
            </a:r>
            <a:r>
              <a:rPr lang="es-CO" sz="3200" dirty="0" smtClean="0">
                <a:latin typeface="Arial Black" panose="020B0A04020102020204" pitchFamily="34" charset="0"/>
              </a:rPr>
              <a:t>CONTENT</a:t>
            </a:r>
            <a:endParaRPr lang="es-CO" sz="3200" dirty="0">
              <a:latin typeface="Arial Black" panose="020B0A040201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187952" y="3317846"/>
            <a:ext cx="752377" cy="27809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CO" sz="1600" dirty="0" smtClean="0">
                <a:latin typeface="Arial Black" panose="020B0A04020102020204" pitchFamily="34" charset="0"/>
              </a:rPr>
              <a:t>ADDITIONAL CONTENT</a:t>
            </a:r>
            <a:endParaRPr lang="es-CO" sz="1600" dirty="0">
              <a:latin typeface="Arial Black" panose="020B0A04020102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-847289" y="-1124126"/>
            <a:ext cx="3431097" cy="343109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dirty="0" smtClean="0">
                <a:latin typeface="Arial Black" panose="020B0A04020102020204" pitchFamily="34" charset="0"/>
              </a:rPr>
              <a:t>LOGO</a:t>
            </a:r>
            <a:endParaRPr lang="es-CO" sz="3200" dirty="0"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316910"/>
            <a:ext cx="12192000" cy="5410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2400" dirty="0" smtClean="0">
                <a:latin typeface="Arial Black" panose="020B0A04020102020204" pitchFamily="34" charset="0"/>
              </a:rPr>
              <a:t>CONTENT NAVIGATION COMMANDS</a:t>
            </a:r>
            <a:endParaRPr lang="es-CO" sz="2400" dirty="0">
              <a:latin typeface="Arial Black" panose="020B0A040201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1669" y="3317846"/>
            <a:ext cx="749077" cy="27809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CO" sz="1600" dirty="0" smtClean="0">
                <a:latin typeface="Arial Black" panose="020B0A04020102020204" pitchFamily="34" charset="0"/>
              </a:rPr>
              <a:t>ADDITIONAL CONTENT</a:t>
            </a:r>
            <a:endParaRPr lang="es-CO" sz="1600" dirty="0">
              <a:latin typeface="Arial Black" panose="020B0A0402010202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848165" y="122836"/>
            <a:ext cx="3092165" cy="633369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HELP / SETTINGS</a:t>
            </a:r>
            <a:endParaRPr lang="es-CO" dirty="0"/>
          </a:p>
        </p:txBody>
      </p:sp>
      <p:sp>
        <p:nvSpPr>
          <p:cNvPr id="18" name="Rectangle 17"/>
          <p:cNvSpPr/>
          <p:nvPr/>
        </p:nvSpPr>
        <p:spPr>
          <a:xfrm>
            <a:off x="7301948" y="6350966"/>
            <a:ext cx="4710049" cy="4869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dirty="0" smtClean="0">
                <a:latin typeface="Arial Black" panose="020B0A04020102020204" pitchFamily="34" charset="0"/>
              </a:rPr>
              <a:t>LEGAL - Social</a:t>
            </a:r>
            <a:endParaRPr lang="es-CO" sz="3200" dirty="0">
              <a:latin typeface="Arial Black" panose="020B0A04020102020204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 flipH="1">
            <a:off x="1885739" y="252000"/>
            <a:ext cx="498164" cy="49816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CO" sz="1000" dirty="0">
                <a:solidFill>
                  <a:srgbClr val="C00000"/>
                </a:solidFill>
                <a:latin typeface="Arial Black" panose="020B0A04020102020204" pitchFamily="34" charset="0"/>
              </a:rPr>
              <a:t>MENU </a:t>
            </a: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/>
            </a:r>
            <a:b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ITEM</a:t>
            </a:r>
            <a:endParaRPr lang="es-CO" sz="1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 flipH="1">
            <a:off x="1240120" y="1464418"/>
            <a:ext cx="498164" cy="49816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CO" sz="1000" dirty="0">
                <a:solidFill>
                  <a:srgbClr val="C00000"/>
                </a:solidFill>
                <a:latin typeface="Arial Black" panose="020B0A04020102020204" pitchFamily="34" charset="0"/>
              </a:rPr>
              <a:t>MENU </a:t>
            </a: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/>
            </a:r>
            <a:b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ITEM</a:t>
            </a:r>
            <a:endParaRPr lang="es-CO" sz="1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 flipH="1">
            <a:off x="1792706" y="930127"/>
            <a:ext cx="498164" cy="49816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CO" sz="1000" dirty="0">
                <a:solidFill>
                  <a:srgbClr val="C00000"/>
                </a:solidFill>
                <a:latin typeface="Arial Black" panose="020B0A04020102020204" pitchFamily="34" charset="0"/>
              </a:rPr>
              <a:t>MENU </a:t>
            </a:r>
            <a:br>
              <a:rPr lang="es-CO" sz="1000" dirty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ITEM</a:t>
            </a:r>
            <a:endParaRPr lang="es-CO" sz="1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Oval 26"/>
          <p:cNvSpPr/>
          <p:nvPr/>
        </p:nvSpPr>
        <p:spPr>
          <a:xfrm flipH="1">
            <a:off x="599627" y="1587392"/>
            <a:ext cx="498164" cy="49816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MENU </a:t>
            </a:r>
            <a:b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ITEM</a:t>
            </a:r>
            <a:endParaRPr lang="es-CO" sz="1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-1034444" y="-1124126"/>
            <a:ext cx="1027289" cy="35904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angle 13"/>
          <p:cNvSpPr/>
          <p:nvPr/>
        </p:nvSpPr>
        <p:spPr>
          <a:xfrm>
            <a:off x="-188806" y="0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angle 19"/>
          <p:cNvSpPr/>
          <p:nvPr/>
        </p:nvSpPr>
        <p:spPr>
          <a:xfrm>
            <a:off x="-1034444" y="-1124125"/>
            <a:ext cx="4100373" cy="11241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angle 15"/>
          <p:cNvSpPr/>
          <p:nvPr/>
        </p:nvSpPr>
        <p:spPr>
          <a:xfrm>
            <a:off x="180000" y="180000"/>
            <a:ext cx="11831996" cy="64980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Rectangle 21"/>
          <p:cNvSpPr/>
          <p:nvPr/>
        </p:nvSpPr>
        <p:spPr>
          <a:xfrm>
            <a:off x="360004" y="1260000"/>
            <a:ext cx="11469596" cy="480474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3357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378800" y="871198"/>
            <a:ext cx="3431098" cy="52917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dirty="0" smtClean="0">
                <a:latin typeface="Arial Black" panose="020B0A04020102020204" pitchFamily="34" charset="0"/>
              </a:rPr>
              <a:t>MAIN CONTENT</a:t>
            </a:r>
            <a:endParaRPr lang="es-CO" sz="3200" dirty="0">
              <a:latin typeface="Arial Black" panose="020B0A04020102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4378800" y="-1358655"/>
            <a:ext cx="3431097" cy="343109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dirty="0" smtClean="0">
                <a:latin typeface="Arial Black" panose="020B0A04020102020204" pitchFamily="34" charset="0"/>
              </a:rPr>
              <a:t>LOGO</a:t>
            </a:r>
            <a:endParaRPr lang="es-CO" sz="3200" dirty="0"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68326" y="6162935"/>
            <a:ext cx="2055348" cy="6950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 smtClean="0">
                <a:latin typeface="Arial Black" panose="020B0A04020102020204" pitchFamily="34" charset="0"/>
              </a:rPr>
              <a:t>CONTENT NAVIGATION COMMANDS</a:t>
            </a:r>
            <a:endParaRPr lang="es-CO" sz="1400" dirty="0">
              <a:latin typeface="Arial Black" panose="020B0A040201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382102" y="5526740"/>
            <a:ext cx="3427796" cy="1331259"/>
            <a:chOff x="251669" y="3317846"/>
            <a:chExt cx="11688661" cy="2780950"/>
          </a:xfrm>
        </p:grpSpPr>
        <p:sp>
          <p:nvSpPr>
            <p:cNvPr id="15" name="Rectangle 14"/>
            <p:cNvSpPr/>
            <p:nvPr/>
          </p:nvSpPr>
          <p:spPr>
            <a:xfrm>
              <a:off x="9600330" y="3317846"/>
              <a:ext cx="2340000" cy="27809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CO" sz="1200" dirty="0" smtClean="0">
                  <a:latin typeface="Arial Black" panose="020B0A04020102020204" pitchFamily="34" charset="0"/>
                </a:rPr>
                <a:t>ADDITIONAL CONTENT</a:t>
              </a:r>
              <a:endParaRPr lang="es-CO" sz="1200" dirty="0">
                <a:latin typeface="Arial Black" panose="020B0A04020102020204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51669" y="3317846"/>
              <a:ext cx="2340000" cy="27809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CO" sz="1200" dirty="0" smtClean="0">
                  <a:latin typeface="Arial Black" panose="020B0A04020102020204" pitchFamily="34" charset="0"/>
                </a:rPr>
                <a:t>ADDITIONAL CONTENT</a:t>
              </a:r>
              <a:endParaRPr lang="es-CO" sz="1200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5493896" y="871197"/>
            <a:ext cx="2322987" cy="26786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CO" dirty="0" smtClean="0">
                <a:latin typeface="Arial Black" panose="020B0A04020102020204" pitchFamily="34" charset="0"/>
              </a:rPr>
              <a:t>LEGAL</a:t>
            </a:r>
          </a:p>
          <a:p>
            <a:pPr algn="ctr"/>
            <a:endParaRPr lang="es-CO" dirty="0">
              <a:latin typeface="Arial Black" panose="020B0A04020102020204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 rot="2700000" flipH="1">
            <a:off x="6804741" y="939525"/>
            <a:ext cx="498164" cy="49816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CO" sz="1000" dirty="0">
                <a:solidFill>
                  <a:srgbClr val="C00000"/>
                </a:solidFill>
                <a:latin typeface="Arial Black" panose="020B0A04020102020204" pitchFamily="34" charset="0"/>
              </a:rPr>
              <a:t>MENU </a:t>
            </a: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/>
            </a:r>
            <a:b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ITEM</a:t>
            </a:r>
            <a:endParaRPr lang="es-CO" sz="1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 rot="2700000" flipH="1">
            <a:off x="5490911" y="1340313"/>
            <a:ext cx="498164" cy="49816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CO" sz="1000" dirty="0">
                <a:solidFill>
                  <a:srgbClr val="C00000"/>
                </a:solidFill>
                <a:latin typeface="Arial Black" panose="020B0A04020102020204" pitchFamily="34" charset="0"/>
              </a:rPr>
              <a:t>MENU </a:t>
            </a: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/>
            </a:r>
            <a:b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ITEM</a:t>
            </a:r>
            <a:endParaRPr lang="es-CO" sz="1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 rot="2700000" flipH="1">
            <a:off x="6259449" y="1353249"/>
            <a:ext cx="498164" cy="49816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CO" sz="1000" dirty="0">
                <a:solidFill>
                  <a:srgbClr val="C00000"/>
                </a:solidFill>
                <a:latin typeface="Arial Black" panose="020B0A04020102020204" pitchFamily="34" charset="0"/>
              </a:rPr>
              <a:t>MENU </a:t>
            </a:r>
            <a:br>
              <a:rPr lang="es-CO" sz="1000" dirty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ITEM</a:t>
            </a:r>
            <a:endParaRPr lang="es-CO" sz="1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Oval 26"/>
          <p:cNvSpPr/>
          <p:nvPr/>
        </p:nvSpPr>
        <p:spPr>
          <a:xfrm rot="2700000" flipH="1">
            <a:off x="4951058" y="974372"/>
            <a:ext cx="498164" cy="49816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MENU </a:t>
            </a:r>
            <a:b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s-CO" sz="10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ITEM</a:t>
            </a:r>
            <a:endParaRPr lang="es-CO" sz="1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188806" y="0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angle 19"/>
          <p:cNvSpPr/>
          <p:nvPr/>
        </p:nvSpPr>
        <p:spPr>
          <a:xfrm>
            <a:off x="4042062" y="-1124125"/>
            <a:ext cx="4100373" cy="11241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ounded Rectangle 12"/>
          <p:cNvSpPr/>
          <p:nvPr/>
        </p:nvSpPr>
        <p:spPr>
          <a:xfrm>
            <a:off x="5479114" y="2016779"/>
            <a:ext cx="2335441" cy="633369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HELP / SETTINGS</a:t>
            </a:r>
            <a:endParaRPr lang="es-CO" dirty="0"/>
          </a:p>
        </p:txBody>
      </p:sp>
      <p:sp>
        <p:nvSpPr>
          <p:cNvPr id="16" name="Rectangle 15"/>
          <p:cNvSpPr/>
          <p:nvPr/>
        </p:nvSpPr>
        <p:spPr>
          <a:xfrm>
            <a:off x="180000" y="180000"/>
            <a:ext cx="11831996" cy="64980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Rectangle 16"/>
          <p:cNvSpPr/>
          <p:nvPr/>
        </p:nvSpPr>
        <p:spPr>
          <a:xfrm>
            <a:off x="360004" y="1260000"/>
            <a:ext cx="11469596" cy="480474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3434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TD Brand">
  <a:themeElements>
    <a:clrScheme name="CTD Estudio 1">
      <a:dk1>
        <a:srgbClr val="000000"/>
      </a:dk1>
      <a:lt1>
        <a:srgbClr val="FFFFFF"/>
      </a:lt1>
      <a:dk2>
        <a:srgbClr val="92B1CC"/>
      </a:dk2>
      <a:lt2>
        <a:srgbClr val="E7E6E6"/>
      </a:lt2>
      <a:accent1>
        <a:srgbClr val="C31A00"/>
      </a:accent1>
      <a:accent2>
        <a:srgbClr val="FF6200"/>
      </a:accent2>
      <a:accent3>
        <a:srgbClr val="FFA63F"/>
      </a:accent3>
      <a:accent4>
        <a:srgbClr val="005392"/>
      </a:accent4>
      <a:accent5>
        <a:srgbClr val="0096FF"/>
      </a:accent5>
      <a:accent6>
        <a:srgbClr val="75D5FF"/>
      </a:accent6>
      <a:hlink>
        <a:srgbClr val="005392"/>
      </a:hlink>
      <a:folHlink>
        <a:srgbClr val="008F51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3DBC686-2378-6E47-8F17-DFE72725E235}" vid="{427C8D3D-7E62-5B4F-AD9E-8E08C1F2A9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CTD Slides</Template>
  <TotalTime>3778</TotalTime>
  <Words>150</Words>
  <Application>Microsoft Macintosh PowerPoint</Application>
  <PresentationFormat>Widescreen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Black</vt:lpstr>
      <vt:lpstr>Calibri</vt:lpstr>
      <vt:lpstr>Candara</vt:lpstr>
      <vt:lpstr>Wingdings 2</vt:lpstr>
      <vt:lpstr>CTD Brand</vt:lpstr>
      <vt:lpstr>Proyecto de sitio web CTDestudio.co</vt:lpstr>
      <vt:lpstr>El sitio web de la organización es una plataforma para compartir información</vt:lpstr>
      <vt:lpstr>Objetivos</vt:lpstr>
      <vt:lpstr>PowerPoint Presentation</vt:lpstr>
      <vt:lpstr>Sitio web CTDestudio.co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de Website CTDestudio.co</dc:title>
  <dc:creator>juan camilo torres cedano</dc:creator>
  <cp:lastModifiedBy>Juan Camilo Torres</cp:lastModifiedBy>
  <cp:revision>6</cp:revision>
  <dcterms:created xsi:type="dcterms:W3CDTF">2016-10-04T17:25:06Z</dcterms:created>
  <dcterms:modified xsi:type="dcterms:W3CDTF">2016-12-09T03:46:39Z</dcterms:modified>
</cp:coreProperties>
</file>