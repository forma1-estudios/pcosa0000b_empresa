
<file path=[Content_Types].xml><?xml version="1.0" encoding="utf-8"?>
<Types xmlns="http://schemas.openxmlformats.org/package/2006/content-types">
  <Default Extension="bmp" ContentType="image/bmp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6256000" cy="9144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89999" marR="89999" indent="0" algn="r" defTabSz="914400" rtl="0" fontAlgn="auto" latinLnBrk="0" hangingPunct="0">
      <a:lnSpc>
        <a:spcPct val="100000"/>
      </a:lnSpc>
      <a:spcBef>
        <a:spcPts val="2000"/>
      </a:spcBef>
      <a:spcAft>
        <a:spcPts val="0"/>
      </a:spcAft>
      <a:buClrTx/>
      <a:buSzTx/>
      <a:buFontTx/>
      <a:buNone/>
      <a:tabLst/>
      <a:defRPr kumimoji="0" sz="1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1pPr>
    <a:lvl2pPr marL="89999" marR="89999" indent="0" algn="r" defTabSz="914400" rtl="0" fontAlgn="auto" latinLnBrk="0" hangingPunct="0">
      <a:lnSpc>
        <a:spcPct val="100000"/>
      </a:lnSpc>
      <a:spcBef>
        <a:spcPts val="2000"/>
      </a:spcBef>
      <a:spcAft>
        <a:spcPts val="0"/>
      </a:spcAft>
      <a:buClrTx/>
      <a:buSzTx/>
      <a:buFontTx/>
      <a:buNone/>
      <a:tabLst/>
      <a:defRPr kumimoji="0" sz="1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2pPr>
    <a:lvl3pPr marL="89999" marR="89999" indent="0" algn="r" defTabSz="914400" rtl="0" fontAlgn="auto" latinLnBrk="0" hangingPunct="0">
      <a:lnSpc>
        <a:spcPct val="100000"/>
      </a:lnSpc>
      <a:spcBef>
        <a:spcPts val="2000"/>
      </a:spcBef>
      <a:spcAft>
        <a:spcPts val="0"/>
      </a:spcAft>
      <a:buClrTx/>
      <a:buSzTx/>
      <a:buFontTx/>
      <a:buNone/>
      <a:tabLst/>
      <a:defRPr kumimoji="0" sz="1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3pPr>
    <a:lvl4pPr marL="89999" marR="89999" indent="0" algn="r" defTabSz="914400" rtl="0" fontAlgn="auto" latinLnBrk="0" hangingPunct="0">
      <a:lnSpc>
        <a:spcPct val="100000"/>
      </a:lnSpc>
      <a:spcBef>
        <a:spcPts val="2000"/>
      </a:spcBef>
      <a:spcAft>
        <a:spcPts val="0"/>
      </a:spcAft>
      <a:buClrTx/>
      <a:buSzTx/>
      <a:buFontTx/>
      <a:buNone/>
      <a:tabLst/>
      <a:defRPr kumimoji="0" sz="1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4pPr>
    <a:lvl5pPr marL="89999" marR="89999" indent="0" algn="r" defTabSz="914400" rtl="0" fontAlgn="auto" latinLnBrk="0" hangingPunct="0">
      <a:lnSpc>
        <a:spcPct val="100000"/>
      </a:lnSpc>
      <a:spcBef>
        <a:spcPts val="2000"/>
      </a:spcBef>
      <a:spcAft>
        <a:spcPts val="0"/>
      </a:spcAft>
      <a:buClrTx/>
      <a:buSzTx/>
      <a:buFontTx/>
      <a:buNone/>
      <a:tabLst/>
      <a:defRPr kumimoji="0" sz="1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5pPr>
    <a:lvl6pPr marL="89999" marR="89999" indent="0" algn="r" defTabSz="914400" rtl="0" fontAlgn="auto" latinLnBrk="0" hangingPunct="0">
      <a:lnSpc>
        <a:spcPct val="100000"/>
      </a:lnSpc>
      <a:spcBef>
        <a:spcPts val="2000"/>
      </a:spcBef>
      <a:spcAft>
        <a:spcPts val="0"/>
      </a:spcAft>
      <a:buClrTx/>
      <a:buSzTx/>
      <a:buFontTx/>
      <a:buNone/>
      <a:tabLst/>
      <a:defRPr kumimoji="0" sz="1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6pPr>
    <a:lvl7pPr marL="89999" marR="89999" indent="0" algn="r" defTabSz="914400" rtl="0" fontAlgn="auto" latinLnBrk="0" hangingPunct="0">
      <a:lnSpc>
        <a:spcPct val="100000"/>
      </a:lnSpc>
      <a:spcBef>
        <a:spcPts val="2000"/>
      </a:spcBef>
      <a:spcAft>
        <a:spcPts val="0"/>
      </a:spcAft>
      <a:buClrTx/>
      <a:buSzTx/>
      <a:buFontTx/>
      <a:buNone/>
      <a:tabLst/>
      <a:defRPr kumimoji="0" sz="1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7pPr>
    <a:lvl8pPr marL="89999" marR="89999" indent="0" algn="r" defTabSz="914400" rtl="0" fontAlgn="auto" latinLnBrk="0" hangingPunct="0">
      <a:lnSpc>
        <a:spcPct val="100000"/>
      </a:lnSpc>
      <a:spcBef>
        <a:spcPts val="2000"/>
      </a:spcBef>
      <a:spcAft>
        <a:spcPts val="0"/>
      </a:spcAft>
      <a:buClrTx/>
      <a:buSzTx/>
      <a:buFontTx/>
      <a:buNone/>
      <a:tabLst/>
      <a:defRPr kumimoji="0" sz="1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8pPr>
    <a:lvl9pPr marL="89999" marR="89999" indent="0" algn="r" defTabSz="914400" rtl="0" fontAlgn="auto" latinLnBrk="0" hangingPunct="0">
      <a:lnSpc>
        <a:spcPct val="100000"/>
      </a:lnSpc>
      <a:spcBef>
        <a:spcPts val="2000"/>
      </a:spcBef>
      <a:spcAft>
        <a:spcPts val="0"/>
      </a:spcAft>
      <a:buClrTx/>
      <a:buSzTx/>
      <a:buFontTx/>
      <a:buNone/>
      <a:tabLst/>
      <a:defRPr kumimoji="0" sz="1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ndara"/>
          <a:ea typeface="Candara"/>
          <a:cs typeface="Candar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9CBCA"/>
          </a:solidFill>
        </a:fill>
      </a:tcStyle>
    </a:wholeTbl>
    <a:band2H>
      <a:tcTxStyle/>
      <a:tcStyle>
        <a:tcBdr/>
        <a:fill>
          <a:solidFill>
            <a:srgbClr val="F4E7E6"/>
          </a:solidFill>
        </a:fill>
      </a:tcStyle>
    </a:band2H>
    <a:firstCol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ndara"/>
          <a:ea typeface="Candara"/>
          <a:cs typeface="Candar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0CD"/>
          </a:solidFill>
        </a:fill>
      </a:tcStyle>
    </a:wholeTbl>
    <a:band2H>
      <a:tcTxStyle/>
      <a:tcStyle>
        <a:tcBdr/>
        <a:fill>
          <a:solidFill>
            <a:srgbClr val="FFF0E8"/>
          </a:solidFill>
        </a:fill>
      </a:tcStyle>
    </a:band2H>
    <a:firstCol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ndara"/>
          <a:ea typeface="Candara"/>
          <a:cs typeface="Candar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EFFF"/>
          </a:solidFill>
        </a:fill>
      </a:tcStyle>
    </a:wholeTbl>
    <a:band2H>
      <a:tcTxStyle/>
      <a:tcStyle>
        <a:tcBdr/>
        <a:fill>
          <a:solidFill>
            <a:srgbClr val="EBF7FF"/>
          </a:solidFill>
        </a:fill>
      </a:tcStyle>
    </a:band2H>
    <a:firstCol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ndara"/>
          <a:ea typeface="Candara"/>
          <a:cs typeface="Candar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ndara"/>
          <a:ea typeface="Candara"/>
          <a:cs typeface="Candar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ndara"/>
          <a:ea typeface="Candara"/>
          <a:cs typeface="Candar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ndara"/>
          <a:ea typeface="Candara"/>
          <a:cs typeface="Candar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ndara"/>
          <a:ea typeface="Candara"/>
          <a:cs typeface="Candar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ndara"/>
          <a:ea typeface="Candara"/>
          <a:cs typeface="Candar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ndara"/>
          <a:ea typeface="Candara"/>
          <a:cs typeface="Candar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ndara"/>
          <a:ea typeface="Candara"/>
          <a:cs typeface="Candar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0251"/>
    <p:restoredTop sz="94694"/>
  </p:normalViewPr>
  <p:slideViewPr>
    <p:cSldViewPr snapToGrid="0">
      <p:cViewPr varScale="1">
        <p:scale>
          <a:sx n="96" d="100"/>
          <a:sy n="96" d="100"/>
        </p:scale>
        <p:origin x="1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hape 32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2" name="Shape 32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indent="18000" defTabSz="457200" latinLnBrk="0">
      <a:defRPr sz="2000">
        <a:latin typeface="Avenir Next Condensed Regular"/>
        <a:ea typeface="Avenir Next Condensed Regular"/>
        <a:cs typeface="Avenir Next Condensed Regular"/>
        <a:sym typeface="Avenir Next Condensed Regular"/>
      </a:defRPr>
    </a:lvl1pPr>
    <a:lvl2pPr indent="246599" defTabSz="457200" latinLnBrk="0">
      <a:defRPr sz="2000">
        <a:latin typeface="Avenir Next Condensed Regular"/>
        <a:ea typeface="Avenir Next Condensed Regular"/>
        <a:cs typeface="Avenir Next Condensed Regular"/>
        <a:sym typeface="Avenir Next Condensed Regular"/>
      </a:defRPr>
    </a:lvl2pPr>
    <a:lvl3pPr indent="475200" defTabSz="457200" latinLnBrk="0">
      <a:defRPr sz="2000">
        <a:latin typeface="Avenir Next Condensed Regular"/>
        <a:ea typeface="Avenir Next Condensed Regular"/>
        <a:cs typeface="Avenir Next Condensed Regular"/>
        <a:sym typeface="Avenir Next Condensed Regular"/>
      </a:defRPr>
    </a:lvl3pPr>
    <a:lvl4pPr indent="703800" defTabSz="457200" latinLnBrk="0">
      <a:defRPr sz="2000">
        <a:latin typeface="Avenir Next Condensed Regular"/>
        <a:ea typeface="Avenir Next Condensed Regular"/>
        <a:cs typeface="Avenir Next Condensed Regular"/>
        <a:sym typeface="Avenir Next Condensed Regular"/>
      </a:defRPr>
    </a:lvl4pPr>
    <a:lvl5pPr indent="932399" defTabSz="457200" latinLnBrk="0">
      <a:defRPr sz="2000">
        <a:latin typeface="Avenir Next Condensed Regular"/>
        <a:ea typeface="Avenir Next Condensed Regular"/>
        <a:cs typeface="Avenir Next Condensed Regular"/>
        <a:sym typeface="Avenir Next Condensed Regular"/>
      </a:defRPr>
    </a:lvl5pPr>
    <a:lvl6pPr indent="1160999" defTabSz="457200" latinLnBrk="0">
      <a:defRPr sz="2000">
        <a:latin typeface="Avenir Next Condensed Regular"/>
        <a:ea typeface="Avenir Next Condensed Regular"/>
        <a:cs typeface="Avenir Next Condensed Regular"/>
        <a:sym typeface="Avenir Next Condensed Regular"/>
      </a:defRPr>
    </a:lvl6pPr>
    <a:lvl7pPr indent="1389599" defTabSz="457200" latinLnBrk="0">
      <a:defRPr sz="2000">
        <a:latin typeface="Avenir Next Condensed Regular"/>
        <a:ea typeface="Avenir Next Condensed Regular"/>
        <a:cs typeface="Avenir Next Condensed Regular"/>
        <a:sym typeface="Avenir Next Condensed Regular"/>
      </a:defRPr>
    </a:lvl7pPr>
    <a:lvl8pPr indent="1618199" defTabSz="457200" latinLnBrk="0">
      <a:defRPr sz="2000">
        <a:latin typeface="Avenir Next Condensed Regular"/>
        <a:ea typeface="Avenir Next Condensed Regular"/>
        <a:cs typeface="Avenir Next Condensed Regular"/>
        <a:sym typeface="Avenir Next Condensed Regular"/>
      </a:defRPr>
    </a:lvl8pPr>
    <a:lvl9pPr indent="1846800" defTabSz="457200" latinLnBrk="0">
      <a:defRPr sz="2000">
        <a:latin typeface="Avenir Next Condensed Regular"/>
        <a:ea typeface="Avenir Next Condensed Regular"/>
        <a:cs typeface="Avenir Next Condensed Regular"/>
        <a:sym typeface="Avenir Next Condensed Regular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bmp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ncabezado">
    <p:bg>
      <p:bgPr>
        <a:gradFill flip="none" rotWithShape="1">
          <a:gsLst>
            <a:gs pos="0">
              <a:srgbClr val="DBDBDB"/>
            </a:gs>
            <a:gs pos="75121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11"/>
          <p:cNvSpPr>
            <a:spLocks noGrp="1"/>
          </p:cNvSpPr>
          <p:nvPr>
            <p:ph type="pic" idx="21"/>
          </p:nvPr>
        </p:nvSpPr>
        <p:spPr>
          <a:xfrm>
            <a:off x="8130822" y="-1"/>
            <a:ext cx="8125178" cy="9144001"/>
          </a:xfrm>
          <a:prstGeom prst="rect">
            <a:avLst/>
          </a:prstGeom>
          <a:ln w="3175">
            <a:solidFill>
              <a:srgbClr val="808080"/>
            </a:solidFill>
            <a:round/>
          </a:ln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25" name="Straight Connector 28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26" name="Straight Connector 19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27" name="Straight Connector 22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9" name="Texto del título"/>
          <p:cNvSpPr txBox="1">
            <a:spLocks noGrp="1"/>
          </p:cNvSpPr>
          <p:nvPr>
            <p:ph type="title" hasCustomPrompt="1"/>
          </p:nvPr>
        </p:nvSpPr>
        <p:spPr>
          <a:xfrm>
            <a:off x="1018570" y="569977"/>
            <a:ext cx="6470652" cy="2520001"/>
          </a:xfrm>
          <a:prstGeom prst="rect">
            <a:avLst/>
          </a:prstGeom>
          <a:effectLst>
            <a:outerShdw blurRad="38100" dist="38100" dir="5400000" rotWithShape="0">
              <a:srgbClr val="000000">
                <a:alpha val="30000"/>
              </a:srgbClr>
            </a:outerShdw>
          </a:effectLst>
        </p:spPr>
        <p:txBody>
          <a:bodyPr lIns="61200">
            <a:normAutofit/>
          </a:bodyPr>
          <a:lstStyle>
            <a:lvl1pPr marL="89999">
              <a:spcBef>
                <a:spcPts val="4000"/>
              </a:spcBef>
              <a:defRPr sz="6000" cap="small">
                <a:solidFill>
                  <a:srgbClr val="535353"/>
                </a:solidFill>
                <a:latin typeface="+mn-lt"/>
                <a:ea typeface="+mn-ea"/>
                <a:cs typeface="+mn-cs"/>
                <a:sym typeface="Skia"/>
              </a:defRPr>
            </a:lvl1pPr>
          </a:lstStyle>
          <a:p>
            <a:r>
              <a:rPr dirty="0" err="1"/>
              <a:t>Texto</a:t>
            </a:r>
            <a:r>
              <a:rPr dirty="0"/>
              <a:t> del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30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1015999" y="3092378"/>
            <a:ext cx="6470652" cy="4991773"/>
          </a:xfrm>
          <a:prstGeom prst="rect">
            <a:avLst/>
          </a:prstGeom>
        </p:spPr>
        <p:txBody>
          <a:bodyPr/>
          <a:lstStyle>
            <a:lvl1pPr marL="0" marR="0" indent="180000" algn="l" defTabSz="457200">
              <a:spcBef>
                <a:spcPts val="600"/>
              </a:spcBef>
              <a:buClrTx/>
              <a:buSzTx/>
              <a:buNone/>
              <a:defRPr sz="2400"/>
            </a:lvl1pPr>
            <a:lvl2pPr marL="722925" marR="0" indent="-85725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2pPr>
            <a:lvl3pPr marL="1176696" marR="0" indent="-82296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3pPr>
            <a:lvl4pPr marL="1633896" marR="0" indent="-82295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4pPr>
            <a:lvl5pPr marL="2100240" marR="0" indent="-91439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grpSp>
        <p:nvGrpSpPr>
          <p:cNvPr id="34" name="Group 12"/>
          <p:cNvGrpSpPr/>
          <p:nvPr/>
        </p:nvGrpSpPr>
        <p:grpSpPr>
          <a:xfrm>
            <a:off x="-1" y="-1"/>
            <a:ext cx="120001" cy="6239175"/>
            <a:chOff x="0" y="0"/>
            <a:chExt cx="120000" cy="6239173"/>
          </a:xfrm>
        </p:grpSpPr>
        <p:sp>
          <p:nvSpPr>
            <p:cNvPr id="31" name="Rectangle 11"/>
            <p:cNvSpPr/>
            <p:nvPr/>
          </p:nvSpPr>
          <p:spPr>
            <a:xfrm>
              <a:off x="0" y="-1"/>
              <a:ext cx="120001" cy="3360002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2" name="Rectangle 33"/>
            <p:cNvSpPr/>
            <p:nvPr/>
          </p:nvSpPr>
          <p:spPr>
            <a:xfrm>
              <a:off x="0" y="3359173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" name="Rectangle 34"/>
            <p:cNvSpPr/>
            <p:nvPr/>
          </p:nvSpPr>
          <p:spPr>
            <a:xfrm>
              <a:off x="0" y="5279173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38" name="Group 36"/>
          <p:cNvGrpSpPr/>
          <p:nvPr/>
        </p:nvGrpSpPr>
        <p:grpSpPr>
          <a:xfrm>
            <a:off x="16137599" y="2904826"/>
            <a:ext cx="120001" cy="6239175"/>
            <a:chOff x="0" y="0"/>
            <a:chExt cx="120000" cy="6239173"/>
          </a:xfrm>
        </p:grpSpPr>
        <p:sp>
          <p:nvSpPr>
            <p:cNvPr id="35" name="Rectangle 37"/>
            <p:cNvSpPr/>
            <p:nvPr/>
          </p:nvSpPr>
          <p:spPr>
            <a:xfrm rot="10800000">
              <a:off x="0" y="2879173"/>
              <a:ext cx="120001" cy="3360001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6" name="Rectangle 38"/>
            <p:cNvSpPr/>
            <p:nvPr/>
          </p:nvSpPr>
          <p:spPr>
            <a:xfrm rot="10800000">
              <a:off x="0" y="960000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7" name="Rectangle 39"/>
            <p:cNvSpPr/>
            <p:nvPr/>
          </p:nvSpPr>
          <p:spPr>
            <a:xfrm rot="10800000">
              <a:off x="0" y="0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39" name="formA1_logo_light_amplio.png" descr="formA1_logo_light_amplio.png"/>
          <p:cNvPicPr>
            <a:picLocks noChangeAspect="1"/>
          </p:cNvPicPr>
          <p:nvPr/>
        </p:nvPicPr>
        <p:blipFill>
          <a:blip r:embed="rId2"/>
          <a:srcRect t="5000" b="5000"/>
          <a:stretch>
            <a:fillRect/>
          </a:stretch>
        </p:blipFill>
        <p:spPr>
          <a:xfrm>
            <a:off x="277486" y="8334980"/>
            <a:ext cx="858762" cy="483053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Footer Placeholder 4"/>
          <p:cNvSpPr txBox="1"/>
          <p:nvPr/>
        </p:nvSpPr>
        <p:spPr>
          <a:xfrm>
            <a:off x="1234967" y="8438694"/>
            <a:ext cx="3528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0" marR="0" algn="l" defTabSz="457200">
              <a:defRPr sz="1600" b="1"/>
            </a:lvl1pPr>
          </a:lstStyle>
          <a:p>
            <a:r>
              <a:t>Consultoría &amp; Gestión de Proyectos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ulo 1">
    <p:bg>
      <p:bgPr>
        <a:gradFill flip="none" rotWithShape="1">
          <a:gsLst>
            <a:gs pos="0">
              <a:srgbClr val="DBDBDB"/>
            </a:gs>
            <a:gs pos="75121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6"/>
          <p:cNvSpPr/>
          <p:nvPr/>
        </p:nvSpPr>
        <p:spPr>
          <a:xfrm>
            <a:off x="-932" y="-818"/>
            <a:ext cx="16268319" cy="66334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7" h="21600" extrusionOk="0">
                <a:moveTo>
                  <a:pt x="21597" y="0"/>
                </a:moveTo>
                <a:lnTo>
                  <a:pt x="1" y="0"/>
                </a:lnTo>
                <a:cubicBezTo>
                  <a:pt x="6" y="6731"/>
                  <a:pt x="-3" y="13573"/>
                  <a:pt x="1" y="20304"/>
                </a:cubicBezTo>
                <a:lnTo>
                  <a:pt x="3534" y="20304"/>
                </a:lnTo>
                <a:lnTo>
                  <a:pt x="4210" y="21546"/>
                </a:lnTo>
                <a:cubicBezTo>
                  <a:pt x="4215" y="21551"/>
                  <a:pt x="4221" y="21555"/>
                  <a:pt x="4225" y="21559"/>
                </a:cubicBezTo>
                <a:cubicBezTo>
                  <a:pt x="4232" y="21566"/>
                  <a:pt x="4241" y="21572"/>
                  <a:pt x="4247" y="21581"/>
                </a:cubicBezTo>
                <a:cubicBezTo>
                  <a:pt x="4254" y="21587"/>
                  <a:pt x="4262" y="21594"/>
                  <a:pt x="4269" y="21600"/>
                </a:cubicBezTo>
                <a:lnTo>
                  <a:pt x="4312" y="21600"/>
                </a:lnTo>
                <a:cubicBezTo>
                  <a:pt x="4318" y="21594"/>
                  <a:pt x="4323" y="21587"/>
                  <a:pt x="4329" y="21581"/>
                </a:cubicBezTo>
                <a:cubicBezTo>
                  <a:pt x="4338" y="21572"/>
                  <a:pt x="4344" y="21566"/>
                  <a:pt x="4353" y="21559"/>
                </a:cubicBezTo>
                <a:cubicBezTo>
                  <a:pt x="4357" y="21555"/>
                  <a:pt x="4364" y="21551"/>
                  <a:pt x="4368" y="21546"/>
                </a:cubicBezTo>
                <a:lnTo>
                  <a:pt x="5040" y="20304"/>
                </a:lnTo>
                <a:lnTo>
                  <a:pt x="21582" y="20304"/>
                </a:lnTo>
                <a:cubicBezTo>
                  <a:pt x="21586" y="13537"/>
                  <a:pt x="21593" y="6767"/>
                  <a:pt x="21597" y="0"/>
                </a:cubicBezTo>
                <a:close/>
              </a:path>
            </a:pathLst>
          </a:custGeom>
          <a:blipFill>
            <a:blip r:embed="rId2"/>
          </a:blipFill>
          <a:ln w="3175" cap="rnd">
            <a:solidFill>
              <a:srgbClr val="808080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48" name="Straight Connector 28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grpSp>
        <p:nvGrpSpPr>
          <p:cNvPr id="52" name="Group 12"/>
          <p:cNvGrpSpPr/>
          <p:nvPr/>
        </p:nvGrpSpPr>
        <p:grpSpPr>
          <a:xfrm>
            <a:off x="-1" y="-1"/>
            <a:ext cx="120001" cy="6239175"/>
            <a:chOff x="0" y="0"/>
            <a:chExt cx="120000" cy="6239173"/>
          </a:xfrm>
        </p:grpSpPr>
        <p:sp>
          <p:nvSpPr>
            <p:cNvPr id="49" name="Rectangle 11"/>
            <p:cNvSpPr/>
            <p:nvPr/>
          </p:nvSpPr>
          <p:spPr>
            <a:xfrm>
              <a:off x="0" y="-1"/>
              <a:ext cx="120001" cy="3360002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0" name="Rectangle 33"/>
            <p:cNvSpPr/>
            <p:nvPr/>
          </p:nvSpPr>
          <p:spPr>
            <a:xfrm>
              <a:off x="0" y="3359173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1" name="Rectangle 34"/>
            <p:cNvSpPr/>
            <p:nvPr/>
          </p:nvSpPr>
          <p:spPr>
            <a:xfrm>
              <a:off x="0" y="5279173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56" name="Group 36"/>
          <p:cNvGrpSpPr/>
          <p:nvPr/>
        </p:nvGrpSpPr>
        <p:grpSpPr>
          <a:xfrm>
            <a:off x="16137599" y="2904826"/>
            <a:ext cx="120001" cy="6239175"/>
            <a:chOff x="0" y="0"/>
            <a:chExt cx="120000" cy="6239173"/>
          </a:xfrm>
        </p:grpSpPr>
        <p:sp>
          <p:nvSpPr>
            <p:cNvPr id="53" name="Rectangle 37"/>
            <p:cNvSpPr/>
            <p:nvPr/>
          </p:nvSpPr>
          <p:spPr>
            <a:xfrm rot="10800000">
              <a:off x="0" y="2879173"/>
              <a:ext cx="120001" cy="3360001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4" name="Rectangle 38"/>
            <p:cNvSpPr/>
            <p:nvPr/>
          </p:nvSpPr>
          <p:spPr>
            <a:xfrm rot="10800000">
              <a:off x="0" y="960000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5" name="Rectangle 39"/>
            <p:cNvSpPr/>
            <p:nvPr/>
          </p:nvSpPr>
          <p:spPr>
            <a:xfrm rot="10800000">
              <a:off x="0" y="0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57" name="Straight Connector 19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pic>
        <p:nvPicPr>
          <p:cNvPr id="58" name="formA1_logo_light_amplio.png" descr="formA1_logo_light_amplio.png"/>
          <p:cNvPicPr>
            <a:picLocks noChangeAspect="1"/>
          </p:cNvPicPr>
          <p:nvPr/>
        </p:nvPicPr>
        <p:blipFill>
          <a:blip r:embed="rId3"/>
          <a:srcRect t="5000" b="5000"/>
          <a:stretch>
            <a:fillRect/>
          </a:stretch>
        </p:blipFill>
        <p:spPr>
          <a:xfrm>
            <a:off x="277486" y="8334980"/>
            <a:ext cx="858762" cy="483053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Straight Connector 22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60" name="Texto del título"/>
          <p:cNvSpPr txBox="1">
            <a:spLocks noGrp="1"/>
          </p:cNvSpPr>
          <p:nvPr>
            <p:ph type="title"/>
          </p:nvPr>
        </p:nvSpPr>
        <p:spPr>
          <a:xfrm>
            <a:off x="1096934" y="530762"/>
            <a:ext cx="14096001" cy="5592516"/>
          </a:xfrm>
          <a:prstGeom prst="rect">
            <a:avLst/>
          </a:prstGeom>
          <a:effectLst>
            <a:outerShdw blurRad="38100" dist="38100" dir="5400000" rotWithShape="0">
              <a:srgbClr val="000000">
                <a:alpha val="30000"/>
              </a:srgbClr>
            </a:outerShdw>
          </a:effectLst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5000"/>
              </a:spcBef>
              <a:defRPr sz="12800" b="0" cap="all" spc="384">
                <a:solidFill>
                  <a:srgbClr val="FFFFFF"/>
                </a:solidFill>
                <a:latin typeface="+mj-lt"/>
                <a:ea typeface="+mj-ea"/>
                <a:cs typeface="+mj-cs"/>
                <a:sym typeface="Skia Regular Light Condensed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61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1080001" y="6739606"/>
            <a:ext cx="14062135" cy="1339804"/>
          </a:xfrm>
          <a:prstGeom prst="rect">
            <a:avLst/>
          </a:prstGeom>
        </p:spPr>
        <p:txBody>
          <a:bodyPr/>
          <a:lstStyle>
            <a:lvl1pPr marL="0" marR="0" indent="0" algn="l" defTabSz="457200">
              <a:buClrTx/>
              <a:buSzTx/>
              <a:buNone/>
              <a:defRPr sz="3200" b="1"/>
            </a:lvl1pPr>
            <a:lvl2pPr marL="0" marR="0" indent="457200" algn="l" defTabSz="457200">
              <a:buClrTx/>
              <a:buSzTx/>
              <a:buNone/>
              <a:defRPr sz="3200" b="1"/>
            </a:lvl2pPr>
            <a:lvl3pPr marL="0" marR="0" indent="914400" algn="l" defTabSz="457200">
              <a:buClrTx/>
              <a:buSzTx/>
              <a:buNone/>
              <a:defRPr sz="3200" b="1"/>
            </a:lvl3pPr>
            <a:lvl4pPr marL="0" marR="0" indent="1371600" algn="l" defTabSz="457200">
              <a:buClrTx/>
              <a:buSzTx/>
              <a:buNone/>
              <a:defRPr sz="3200" b="1"/>
            </a:lvl4pPr>
            <a:lvl5pPr marL="0" marR="0" indent="1828800" algn="l" defTabSz="457200">
              <a:buClrTx/>
              <a:buSzTx/>
              <a:buNone/>
              <a:defRPr sz="3200" b="1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3" name="Footer Placeholder 4"/>
          <p:cNvSpPr txBox="1"/>
          <p:nvPr/>
        </p:nvSpPr>
        <p:spPr>
          <a:xfrm>
            <a:off x="1234967" y="8438694"/>
            <a:ext cx="3528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0" marR="0" algn="l" defTabSz="457200">
              <a:defRPr sz="1600" b="1"/>
            </a:lvl1pPr>
          </a:lstStyle>
          <a:p>
            <a:r>
              <a:t>Consultoría &amp; Gestión de Proyectos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ulo 2">
    <p:bg>
      <p:bgPr>
        <a:gradFill flip="none" rotWithShape="1">
          <a:gsLst>
            <a:gs pos="0">
              <a:srgbClr val="DBDBDB"/>
            </a:gs>
            <a:gs pos="75168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traight Connector 28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71" name="Straight Connector 19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72" name="Straight Connector 22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73" name="Freeform 7"/>
          <p:cNvSpPr/>
          <p:nvPr/>
        </p:nvSpPr>
        <p:spPr>
          <a:xfrm>
            <a:off x="2827" y="-3873"/>
            <a:ext cx="16260819" cy="4934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3" h="21600" extrusionOk="0">
                <a:moveTo>
                  <a:pt x="8" y="37"/>
                </a:moveTo>
                <a:lnTo>
                  <a:pt x="21589" y="0"/>
                </a:lnTo>
                <a:cubicBezTo>
                  <a:pt x="21593" y="7590"/>
                  <a:pt x="21578" y="13211"/>
                  <a:pt x="21593" y="19858"/>
                </a:cubicBezTo>
                <a:lnTo>
                  <a:pt x="11538" y="19858"/>
                </a:lnTo>
                <a:cubicBezTo>
                  <a:pt x="11313" y="20415"/>
                  <a:pt x="11087" y="20971"/>
                  <a:pt x="10862" y="21529"/>
                </a:cubicBezTo>
                <a:cubicBezTo>
                  <a:pt x="10858" y="21533"/>
                  <a:pt x="10851" y="21540"/>
                  <a:pt x="10847" y="21546"/>
                </a:cubicBezTo>
                <a:cubicBezTo>
                  <a:pt x="10840" y="21555"/>
                  <a:pt x="10832" y="21563"/>
                  <a:pt x="10825" y="21572"/>
                </a:cubicBezTo>
                <a:cubicBezTo>
                  <a:pt x="10819" y="21583"/>
                  <a:pt x="10810" y="21591"/>
                  <a:pt x="10804" y="21600"/>
                </a:cubicBezTo>
                <a:lnTo>
                  <a:pt x="10761" y="21600"/>
                </a:lnTo>
                <a:cubicBezTo>
                  <a:pt x="10754" y="21591"/>
                  <a:pt x="10750" y="21583"/>
                  <a:pt x="10743" y="21572"/>
                </a:cubicBezTo>
                <a:cubicBezTo>
                  <a:pt x="10735" y="21563"/>
                  <a:pt x="10728" y="21555"/>
                  <a:pt x="10720" y="21546"/>
                </a:cubicBezTo>
                <a:cubicBezTo>
                  <a:pt x="10715" y="21540"/>
                  <a:pt x="10709" y="21533"/>
                  <a:pt x="10704" y="21529"/>
                </a:cubicBezTo>
                <a:lnTo>
                  <a:pt x="10031" y="19858"/>
                </a:lnTo>
                <a:lnTo>
                  <a:pt x="4" y="19832"/>
                </a:lnTo>
                <a:cubicBezTo>
                  <a:pt x="-7" y="13043"/>
                  <a:pt x="6" y="7122"/>
                  <a:pt x="8" y="37"/>
                </a:cubicBezTo>
                <a:close/>
              </a:path>
            </a:pathLst>
          </a:custGeom>
          <a:blipFill>
            <a:blip r:embed="rId2"/>
          </a:blipFill>
          <a:ln w="3175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74" name="Texto del título"/>
          <p:cNvSpPr txBox="1">
            <a:spLocks noGrp="1"/>
          </p:cNvSpPr>
          <p:nvPr>
            <p:ph type="title"/>
          </p:nvPr>
        </p:nvSpPr>
        <p:spPr>
          <a:xfrm>
            <a:off x="1096933" y="541319"/>
            <a:ext cx="14081891" cy="3725334"/>
          </a:xfrm>
          <a:prstGeom prst="rect">
            <a:avLst/>
          </a:prstGeom>
          <a:effectLst>
            <a:outerShdw blurRad="38100" dist="38100" dir="5400000" rotWithShape="0">
              <a:srgbClr val="000000">
                <a:alpha val="30000"/>
              </a:srgbClr>
            </a:outerShdw>
          </a:effectLst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5000"/>
              </a:spcBef>
              <a:defRPr sz="12800" b="0" cap="all" spc="384">
                <a:solidFill>
                  <a:schemeClr val="accent4"/>
                </a:solidFill>
                <a:latin typeface="+mj-lt"/>
                <a:ea typeface="+mj-ea"/>
                <a:cs typeface="+mj-cs"/>
                <a:sym typeface="Skia Regular Light Condensed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75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1079999" y="5033542"/>
            <a:ext cx="14048026" cy="3060407"/>
          </a:xfrm>
          <a:prstGeom prst="rect">
            <a:avLst/>
          </a:prstGeom>
        </p:spPr>
        <p:txBody>
          <a:bodyPr/>
          <a:lstStyle>
            <a:lvl1pPr marL="0" marR="0" indent="0" algn="l" defTabSz="457200">
              <a:buClrTx/>
              <a:buSzTx/>
              <a:buNone/>
              <a:defRPr sz="3200" b="1"/>
            </a:lvl1pPr>
            <a:lvl2pPr marL="0" marR="0" indent="457200" algn="l" defTabSz="457200">
              <a:buClrTx/>
              <a:buSzTx/>
              <a:buNone/>
              <a:defRPr sz="3200" b="1"/>
            </a:lvl2pPr>
            <a:lvl3pPr marL="0" marR="0" indent="914400" algn="l" defTabSz="457200">
              <a:buClrTx/>
              <a:buSzTx/>
              <a:buNone/>
              <a:defRPr sz="3200" b="1"/>
            </a:lvl3pPr>
            <a:lvl4pPr marL="0" marR="0" indent="1371600" algn="l" defTabSz="457200">
              <a:buClrTx/>
              <a:buSzTx/>
              <a:buNone/>
              <a:defRPr sz="3200" b="1"/>
            </a:lvl4pPr>
            <a:lvl5pPr marL="0" marR="0" indent="1828800" algn="l" defTabSz="457200">
              <a:buClrTx/>
              <a:buSzTx/>
              <a:buNone/>
              <a:defRPr sz="3200" b="1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80" name="Group 12"/>
          <p:cNvGrpSpPr/>
          <p:nvPr/>
        </p:nvGrpSpPr>
        <p:grpSpPr>
          <a:xfrm>
            <a:off x="-1" y="-1"/>
            <a:ext cx="120001" cy="6239175"/>
            <a:chOff x="0" y="0"/>
            <a:chExt cx="120000" cy="6239173"/>
          </a:xfrm>
        </p:grpSpPr>
        <p:sp>
          <p:nvSpPr>
            <p:cNvPr id="77" name="Rectangle 11"/>
            <p:cNvSpPr/>
            <p:nvPr/>
          </p:nvSpPr>
          <p:spPr>
            <a:xfrm>
              <a:off x="0" y="-1"/>
              <a:ext cx="120001" cy="3360002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8" name="Rectangle 33"/>
            <p:cNvSpPr/>
            <p:nvPr/>
          </p:nvSpPr>
          <p:spPr>
            <a:xfrm>
              <a:off x="0" y="3359173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9" name="Rectangle 34"/>
            <p:cNvSpPr/>
            <p:nvPr/>
          </p:nvSpPr>
          <p:spPr>
            <a:xfrm>
              <a:off x="0" y="5279173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84" name="Group 36"/>
          <p:cNvGrpSpPr/>
          <p:nvPr/>
        </p:nvGrpSpPr>
        <p:grpSpPr>
          <a:xfrm>
            <a:off x="16137599" y="2904826"/>
            <a:ext cx="120001" cy="6239175"/>
            <a:chOff x="0" y="0"/>
            <a:chExt cx="120000" cy="6239173"/>
          </a:xfrm>
        </p:grpSpPr>
        <p:sp>
          <p:nvSpPr>
            <p:cNvPr id="81" name="Rectangle 37"/>
            <p:cNvSpPr/>
            <p:nvPr/>
          </p:nvSpPr>
          <p:spPr>
            <a:xfrm rot="10800000">
              <a:off x="0" y="2879173"/>
              <a:ext cx="120001" cy="3360001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2" name="Rectangle 38"/>
            <p:cNvSpPr/>
            <p:nvPr/>
          </p:nvSpPr>
          <p:spPr>
            <a:xfrm rot="10800000">
              <a:off x="0" y="960000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3" name="Rectangle 39"/>
            <p:cNvSpPr/>
            <p:nvPr/>
          </p:nvSpPr>
          <p:spPr>
            <a:xfrm rot="10800000">
              <a:off x="0" y="0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85" name="formA1_logo_light_amplio.png" descr="formA1_logo_light_amplio.png"/>
          <p:cNvPicPr>
            <a:picLocks noChangeAspect="1"/>
          </p:cNvPicPr>
          <p:nvPr/>
        </p:nvPicPr>
        <p:blipFill>
          <a:blip r:embed="rId3"/>
          <a:srcRect t="5000" b="5000"/>
          <a:stretch>
            <a:fillRect/>
          </a:stretch>
        </p:blipFill>
        <p:spPr>
          <a:xfrm>
            <a:off x="277486" y="8334980"/>
            <a:ext cx="858762" cy="483053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Footer Placeholder 4"/>
          <p:cNvSpPr txBox="1"/>
          <p:nvPr/>
        </p:nvSpPr>
        <p:spPr>
          <a:xfrm>
            <a:off x="1234967" y="8438694"/>
            <a:ext cx="3528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0" marR="0" algn="l" defTabSz="457200">
              <a:defRPr sz="1600" b="1"/>
            </a:lvl1pPr>
          </a:lstStyle>
          <a:p>
            <a:r>
              <a:t>Consultoría &amp; Gestión de Proyectos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ulo 3">
    <p:bg>
      <p:bgPr>
        <a:gradFill flip="none" rotWithShape="1">
          <a:gsLst>
            <a:gs pos="0">
              <a:srgbClr val="DBDBDB"/>
            </a:gs>
            <a:gs pos="75241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traight Connector 28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94" name="Straight Connector 19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95" name="Straight Connector 22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96" name="Freeform 7"/>
          <p:cNvSpPr/>
          <p:nvPr/>
        </p:nvSpPr>
        <p:spPr>
          <a:xfrm>
            <a:off x="-2980" y="-1159"/>
            <a:ext cx="16262157" cy="33019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6" y="0"/>
                </a:moveTo>
                <a:lnTo>
                  <a:pt x="21593" y="32"/>
                </a:lnTo>
                <a:cubicBezTo>
                  <a:pt x="21590" y="6584"/>
                  <a:pt x="21600" y="12461"/>
                  <a:pt x="21599" y="19014"/>
                </a:cubicBezTo>
                <a:lnTo>
                  <a:pt x="18113" y="18995"/>
                </a:lnTo>
                <a:lnTo>
                  <a:pt x="17437" y="21492"/>
                </a:lnTo>
                <a:cubicBezTo>
                  <a:pt x="17433" y="21501"/>
                  <a:pt x="17426" y="21509"/>
                  <a:pt x="17423" y="21518"/>
                </a:cubicBezTo>
                <a:cubicBezTo>
                  <a:pt x="17415" y="21531"/>
                  <a:pt x="17406" y="21546"/>
                  <a:pt x="17400" y="21559"/>
                </a:cubicBezTo>
                <a:cubicBezTo>
                  <a:pt x="17394" y="21572"/>
                  <a:pt x="17385" y="21587"/>
                  <a:pt x="17379" y="21600"/>
                </a:cubicBezTo>
                <a:lnTo>
                  <a:pt x="17336" y="21600"/>
                </a:lnTo>
                <a:cubicBezTo>
                  <a:pt x="17329" y="21587"/>
                  <a:pt x="17324" y="21572"/>
                  <a:pt x="17318" y="21559"/>
                </a:cubicBezTo>
                <a:cubicBezTo>
                  <a:pt x="17309" y="21546"/>
                  <a:pt x="17303" y="21531"/>
                  <a:pt x="17294" y="21518"/>
                </a:cubicBezTo>
                <a:cubicBezTo>
                  <a:pt x="17290" y="21509"/>
                  <a:pt x="17284" y="21501"/>
                  <a:pt x="17279" y="21492"/>
                </a:cubicBezTo>
                <a:lnTo>
                  <a:pt x="16605" y="18995"/>
                </a:lnTo>
                <a:lnTo>
                  <a:pt x="0" y="18958"/>
                </a:lnTo>
                <a:cubicBezTo>
                  <a:pt x="0" y="12631"/>
                  <a:pt x="6" y="6325"/>
                  <a:pt x="6" y="0"/>
                </a:cubicBezTo>
                <a:close/>
              </a:path>
            </a:pathLst>
          </a:custGeom>
          <a:blipFill>
            <a:blip r:embed="rId2"/>
          </a:blipFill>
          <a:ln w="3175" cap="rnd">
            <a:solidFill>
              <a:schemeClr val="accent1"/>
            </a:solidFill>
          </a:ln>
        </p:spPr>
        <p:txBody>
          <a:bodyPr lIns="60959" tIns="60959" rIns="60959" bIns="6095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" name="Texto del título"/>
          <p:cNvSpPr txBox="1">
            <a:spLocks noGrp="1"/>
          </p:cNvSpPr>
          <p:nvPr>
            <p:ph type="title"/>
          </p:nvPr>
        </p:nvSpPr>
        <p:spPr>
          <a:xfrm>
            <a:off x="1096933" y="538025"/>
            <a:ext cx="14081891" cy="1944866"/>
          </a:xfrm>
          <a:prstGeom prst="rect">
            <a:avLst/>
          </a:prstGeom>
          <a:effectLst>
            <a:outerShdw blurRad="38100" dist="38100" dir="5400000" rotWithShape="0">
              <a:srgbClr val="000000">
                <a:alpha val="30000"/>
              </a:srgbClr>
            </a:outerShdw>
          </a:effectLst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5000"/>
              </a:spcBef>
              <a:defRPr sz="12800" b="0" cap="all" spc="384">
                <a:solidFill>
                  <a:srgbClr val="FFFFFF"/>
                </a:solidFill>
                <a:latin typeface="+mj-lt"/>
                <a:ea typeface="+mj-ea"/>
                <a:cs typeface="+mj-cs"/>
                <a:sym typeface="Skia Regular Light Condensed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98" name="Nivel de texto 1…"/>
          <p:cNvSpPr txBox="1">
            <a:spLocks noGrp="1"/>
          </p:cNvSpPr>
          <p:nvPr>
            <p:ph type="body" idx="1"/>
          </p:nvPr>
        </p:nvSpPr>
        <p:spPr>
          <a:xfrm>
            <a:off x="1079999" y="3387001"/>
            <a:ext cx="14054669" cy="4690198"/>
          </a:xfrm>
          <a:prstGeom prst="rect">
            <a:avLst/>
          </a:prstGeom>
        </p:spPr>
        <p:txBody>
          <a:bodyPr/>
          <a:lstStyle>
            <a:lvl1pPr marL="0" marR="0" indent="0" algn="l" defTabSz="457200">
              <a:buClrTx/>
              <a:buSzTx/>
              <a:buNone/>
              <a:defRPr sz="3200" b="1"/>
            </a:lvl1pPr>
            <a:lvl2pPr marL="0" marR="0" indent="457200" algn="l" defTabSz="457200">
              <a:buClrTx/>
              <a:buSzTx/>
              <a:buNone/>
              <a:defRPr sz="3200" b="1"/>
            </a:lvl2pPr>
            <a:lvl3pPr marL="0" marR="0" indent="914400" algn="l" defTabSz="457200">
              <a:buClrTx/>
              <a:buSzTx/>
              <a:buNone/>
              <a:defRPr sz="3200" b="1"/>
            </a:lvl3pPr>
            <a:lvl4pPr marL="0" marR="0" indent="1371600" algn="l" defTabSz="457200">
              <a:buClrTx/>
              <a:buSzTx/>
              <a:buNone/>
              <a:defRPr sz="3200" b="1"/>
            </a:lvl4pPr>
            <a:lvl5pPr marL="0" marR="0" indent="1828800" algn="l" defTabSz="457200">
              <a:buClrTx/>
              <a:buSzTx/>
              <a:buNone/>
              <a:defRPr sz="3200" b="1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103" name="Group 12"/>
          <p:cNvGrpSpPr/>
          <p:nvPr/>
        </p:nvGrpSpPr>
        <p:grpSpPr>
          <a:xfrm>
            <a:off x="-1" y="-1"/>
            <a:ext cx="120001" cy="6239175"/>
            <a:chOff x="0" y="0"/>
            <a:chExt cx="120000" cy="6239173"/>
          </a:xfrm>
        </p:grpSpPr>
        <p:sp>
          <p:nvSpPr>
            <p:cNvPr id="100" name="Rectangle 11"/>
            <p:cNvSpPr/>
            <p:nvPr/>
          </p:nvSpPr>
          <p:spPr>
            <a:xfrm>
              <a:off x="0" y="-1"/>
              <a:ext cx="120001" cy="3360002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1" name="Rectangle 33"/>
            <p:cNvSpPr/>
            <p:nvPr/>
          </p:nvSpPr>
          <p:spPr>
            <a:xfrm>
              <a:off x="0" y="3359173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2" name="Rectangle 34"/>
            <p:cNvSpPr/>
            <p:nvPr/>
          </p:nvSpPr>
          <p:spPr>
            <a:xfrm>
              <a:off x="0" y="5279173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107" name="Group 36"/>
          <p:cNvGrpSpPr/>
          <p:nvPr/>
        </p:nvGrpSpPr>
        <p:grpSpPr>
          <a:xfrm>
            <a:off x="16137599" y="2904826"/>
            <a:ext cx="120001" cy="6239175"/>
            <a:chOff x="0" y="0"/>
            <a:chExt cx="120000" cy="6239173"/>
          </a:xfrm>
        </p:grpSpPr>
        <p:sp>
          <p:nvSpPr>
            <p:cNvPr id="104" name="Rectangle 37"/>
            <p:cNvSpPr/>
            <p:nvPr/>
          </p:nvSpPr>
          <p:spPr>
            <a:xfrm rot="10800000">
              <a:off x="0" y="2879173"/>
              <a:ext cx="120001" cy="3360001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5" name="Rectangle 38"/>
            <p:cNvSpPr/>
            <p:nvPr/>
          </p:nvSpPr>
          <p:spPr>
            <a:xfrm rot="10800000">
              <a:off x="0" y="960000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6" name="Rectangle 39"/>
            <p:cNvSpPr/>
            <p:nvPr/>
          </p:nvSpPr>
          <p:spPr>
            <a:xfrm rot="10800000">
              <a:off x="0" y="0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108" name="formA1_logo_light_amplio.png" descr="formA1_logo_light_amplio.png"/>
          <p:cNvPicPr>
            <a:picLocks noChangeAspect="1"/>
          </p:cNvPicPr>
          <p:nvPr/>
        </p:nvPicPr>
        <p:blipFill>
          <a:blip r:embed="rId3"/>
          <a:srcRect t="5000" b="5000"/>
          <a:stretch>
            <a:fillRect/>
          </a:stretch>
        </p:blipFill>
        <p:spPr>
          <a:xfrm>
            <a:off x="277486" y="8334980"/>
            <a:ext cx="858762" cy="483053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Footer Placeholder 4"/>
          <p:cNvSpPr txBox="1"/>
          <p:nvPr/>
        </p:nvSpPr>
        <p:spPr>
          <a:xfrm>
            <a:off x="1234967" y="8438694"/>
            <a:ext cx="3528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0" marR="0" algn="l" defTabSz="457200">
              <a:defRPr sz="1600" b="1"/>
            </a:lvl1pPr>
          </a:lstStyle>
          <a:p>
            <a:r>
              <a:t>Consultoría &amp; Gestión de Proyectos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ulo y contenido">
    <p:bg>
      <p:bgPr>
        <a:gradFill flip="none" rotWithShape="1">
          <a:gsLst>
            <a:gs pos="0">
              <a:srgbClr val="DBDBDB"/>
            </a:gs>
            <a:gs pos="75300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traight Connector 28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117" name="Straight Connector 19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118" name="Straight Connector 22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119" name="Texto del título"/>
          <p:cNvSpPr txBox="1">
            <a:spLocks noGrp="1"/>
          </p:cNvSpPr>
          <p:nvPr>
            <p:ph type="title"/>
          </p:nvPr>
        </p:nvSpPr>
        <p:spPr>
          <a:xfrm>
            <a:off x="360000" y="346449"/>
            <a:ext cx="15536000" cy="1170551"/>
          </a:xfrm>
          <a:prstGeom prst="rect">
            <a:avLst/>
          </a:prstGeom>
          <a:effectLst>
            <a:outerShdw blurRad="38100" dist="38100" dir="5400000" rotWithShape="0">
              <a:srgbClr val="000000">
                <a:alpha val="30000"/>
              </a:srgbClr>
            </a:outerShdw>
          </a:effectLst>
        </p:spPr>
        <p:txBody>
          <a:bodyPr>
            <a:normAutofit/>
          </a:bodyPr>
          <a:lstStyle>
            <a:lvl1pPr marL="89999">
              <a:spcBef>
                <a:spcPts val="4000"/>
              </a:spcBef>
              <a:defRPr sz="6000" cap="small">
                <a:solidFill>
                  <a:srgbClr val="535353"/>
                </a:solidFill>
                <a:latin typeface="+mn-lt"/>
                <a:ea typeface="+mn-ea"/>
                <a:cs typeface="+mn-cs"/>
                <a:sym typeface="Skia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120" name="Nivel de texto 1…"/>
          <p:cNvSpPr txBox="1">
            <a:spLocks noGrp="1"/>
          </p:cNvSpPr>
          <p:nvPr>
            <p:ph type="body" idx="1"/>
          </p:nvPr>
        </p:nvSpPr>
        <p:spPr>
          <a:xfrm>
            <a:off x="539999" y="1800000"/>
            <a:ext cx="15176002" cy="6406319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180000" algn="l" defTabSz="457200">
              <a:spcBef>
                <a:spcPts val="600"/>
              </a:spcBef>
              <a:buClrTx/>
              <a:buSzTx/>
              <a:buNone/>
              <a:defRPr sz="2400"/>
            </a:lvl1pPr>
            <a:lvl2pPr marL="922950" marR="0" indent="-285750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2pPr>
            <a:lvl3pPr marL="1368720" marR="0" indent="-274319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3pPr>
            <a:lvl4pPr marL="1825919" marR="0" indent="-274319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4pPr>
            <a:lvl5pPr marL="2313600" marR="0" indent="-304800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125" name="Group 12"/>
          <p:cNvGrpSpPr/>
          <p:nvPr/>
        </p:nvGrpSpPr>
        <p:grpSpPr>
          <a:xfrm>
            <a:off x="-1" y="-1"/>
            <a:ext cx="120001" cy="6239175"/>
            <a:chOff x="0" y="0"/>
            <a:chExt cx="120000" cy="6239173"/>
          </a:xfrm>
        </p:grpSpPr>
        <p:sp>
          <p:nvSpPr>
            <p:cNvPr id="122" name="Rectangle 11"/>
            <p:cNvSpPr/>
            <p:nvPr/>
          </p:nvSpPr>
          <p:spPr>
            <a:xfrm>
              <a:off x="0" y="-1"/>
              <a:ext cx="120001" cy="3360002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23" name="Rectangle 33"/>
            <p:cNvSpPr/>
            <p:nvPr/>
          </p:nvSpPr>
          <p:spPr>
            <a:xfrm>
              <a:off x="0" y="3359173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24" name="Rectangle 34"/>
            <p:cNvSpPr/>
            <p:nvPr/>
          </p:nvSpPr>
          <p:spPr>
            <a:xfrm>
              <a:off x="0" y="5279173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129" name="Group 36"/>
          <p:cNvGrpSpPr/>
          <p:nvPr/>
        </p:nvGrpSpPr>
        <p:grpSpPr>
          <a:xfrm>
            <a:off x="16137599" y="2904826"/>
            <a:ext cx="120001" cy="6239175"/>
            <a:chOff x="0" y="0"/>
            <a:chExt cx="120000" cy="6239173"/>
          </a:xfrm>
        </p:grpSpPr>
        <p:sp>
          <p:nvSpPr>
            <p:cNvPr id="126" name="Rectangle 37"/>
            <p:cNvSpPr/>
            <p:nvPr/>
          </p:nvSpPr>
          <p:spPr>
            <a:xfrm rot="10800000">
              <a:off x="0" y="2879173"/>
              <a:ext cx="120001" cy="3360001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27" name="Rectangle 38"/>
            <p:cNvSpPr/>
            <p:nvPr/>
          </p:nvSpPr>
          <p:spPr>
            <a:xfrm rot="10800000">
              <a:off x="0" y="960000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28" name="Rectangle 39"/>
            <p:cNvSpPr/>
            <p:nvPr/>
          </p:nvSpPr>
          <p:spPr>
            <a:xfrm rot="10800000">
              <a:off x="0" y="0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130" name="formA1_logo_light_amplio.png" descr="formA1_logo_light_amplio.png"/>
          <p:cNvPicPr>
            <a:picLocks noChangeAspect="1"/>
          </p:cNvPicPr>
          <p:nvPr/>
        </p:nvPicPr>
        <p:blipFill>
          <a:blip r:embed="rId2"/>
          <a:srcRect t="5000" b="5000"/>
          <a:stretch>
            <a:fillRect/>
          </a:stretch>
        </p:blipFill>
        <p:spPr>
          <a:xfrm>
            <a:off x="277486" y="8334980"/>
            <a:ext cx="858762" cy="483053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Footer Placeholder 4"/>
          <p:cNvSpPr txBox="1"/>
          <p:nvPr/>
        </p:nvSpPr>
        <p:spPr>
          <a:xfrm>
            <a:off x="1234967" y="8438694"/>
            <a:ext cx="3528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0" marR="0" algn="l" defTabSz="457200">
              <a:defRPr sz="1600" b="1"/>
            </a:lvl1pPr>
          </a:lstStyle>
          <a:p>
            <a:r>
              <a:t>Consultoría &amp; Gestión de Proyectos</a:t>
            </a: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ido doble">
    <p:bg>
      <p:bgPr>
        <a:gradFill flip="none" rotWithShape="1">
          <a:gsLst>
            <a:gs pos="0">
              <a:srgbClr val="DBDBDB"/>
            </a:gs>
            <a:gs pos="75262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traight Connector 28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139" name="Straight Connector 19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140" name="Straight Connector 22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141" name="Texto del título"/>
          <p:cNvSpPr txBox="1">
            <a:spLocks noGrp="1"/>
          </p:cNvSpPr>
          <p:nvPr>
            <p:ph type="title"/>
          </p:nvPr>
        </p:nvSpPr>
        <p:spPr>
          <a:xfrm>
            <a:off x="360000" y="346448"/>
            <a:ext cx="15536000" cy="1170552"/>
          </a:xfrm>
          <a:prstGeom prst="rect">
            <a:avLst/>
          </a:prstGeom>
          <a:effectLst>
            <a:outerShdw blurRad="38100" dist="38100" dir="5400000" rotWithShape="0">
              <a:srgbClr val="000000">
                <a:alpha val="30000"/>
              </a:srgbClr>
            </a:outerShdw>
          </a:effectLst>
        </p:spPr>
        <p:txBody>
          <a:bodyPr>
            <a:normAutofit/>
          </a:bodyPr>
          <a:lstStyle>
            <a:lvl1pPr marL="89999">
              <a:spcBef>
                <a:spcPts val="4000"/>
              </a:spcBef>
              <a:defRPr sz="6000" cap="small">
                <a:solidFill>
                  <a:srgbClr val="535353"/>
                </a:solidFill>
                <a:latin typeface="+mn-lt"/>
                <a:ea typeface="+mn-ea"/>
                <a:cs typeface="+mn-cs"/>
                <a:sym typeface="Skia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142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539999" y="1800000"/>
            <a:ext cx="7380001" cy="6480001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180000" algn="l" defTabSz="457200">
              <a:spcBef>
                <a:spcPts val="600"/>
              </a:spcBef>
              <a:buClrTx/>
              <a:buSzTx/>
              <a:buNone/>
              <a:defRPr sz="2400"/>
            </a:lvl1pPr>
            <a:lvl2pPr marL="922950" marR="0" indent="-285750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2pPr>
            <a:lvl3pPr marL="1368720" marR="0" indent="-274319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3pPr>
            <a:lvl4pPr marL="1825919" marR="0" indent="-274319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4pPr>
            <a:lvl5pPr marL="2313600" marR="0" indent="-304800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4" name="Object Placeholder"/>
          <p:cNvSpPr txBox="1">
            <a:spLocks noGrp="1"/>
          </p:cNvSpPr>
          <p:nvPr>
            <p:ph sz="half" idx="3"/>
          </p:nvPr>
        </p:nvSpPr>
        <p:spPr>
          <a:xfrm>
            <a:off x="8338799" y="1800000"/>
            <a:ext cx="7380001" cy="648000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grpSp>
        <p:nvGrpSpPr>
          <p:cNvPr id="148" name="Group 12"/>
          <p:cNvGrpSpPr/>
          <p:nvPr/>
        </p:nvGrpSpPr>
        <p:grpSpPr>
          <a:xfrm>
            <a:off x="-1" y="-1"/>
            <a:ext cx="120001" cy="6239175"/>
            <a:chOff x="0" y="0"/>
            <a:chExt cx="120000" cy="6239173"/>
          </a:xfrm>
        </p:grpSpPr>
        <p:sp>
          <p:nvSpPr>
            <p:cNvPr id="145" name="Rectangle 11"/>
            <p:cNvSpPr/>
            <p:nvPr/>
          </p:nvSpPr>
          <p:spPr>
            <a:xfrm>
              <a:off x="0" y="-1"/>
              <a:ext cx="120001" cy="3360002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6" name="Rectangle 33"/>
            <p:cNvSpPr/>
            <p:nvPr/>
          </p:nvSpPr>
          <p:spPr>
            <a:xfrm>
              <a:off x="0" y="3359173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7" name="Rectangle 34"/>
            <p:cNvSpPr/>
            <p:nvPr/>
          </p:nvSpPr>
          <p:spPr>
            <a:xfrm>
              <a:off x="0" y="5279173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152" name="Group 36"/>
          <p:cNvGrpSpPr/>
          <p:nvPr/>
        </p:nvGrpSpPr>
        <p:grpSpPr>
          <a:xfrm>
            <a:off x="16137599" y="2904826"/>
            <a:ext cx="120001" cy="6239175"/>
            <a:chOff x="0" y="0"/>
            <a:chExt cx="120000" cy="6239173"/>
          </a:xfrm>
        </p:grpSpPr>
        <p:sp>
          <p:nvSpPr>
            <p:cNvPr id="149" name="Rectangle 37"/>
            <p:cNvSpPr/>
            <p:nvPr/>
          </p:nvSpPr>
          <p:spPr>
            <a:xfrm rot="10800000">
              <a:off x="0" y="2879173"/>
              <a:ext cx="120001" cy="3360001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0" name="Rectangle 38"/>
            <p:cNvSpPr/>
            <p:nvPr/>
          </p:nvSpPr>
          <p:spPr>
            <a:xfrm rot="10800000">
              <a:off x="0" y="960000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1" name="Rectangle 39"/>
            <p:cNvSpPr/>
            <p:nvPr/>
          </p:nvSpPr>
          <p:spPr>
            <a:xfrm rot="10800000">
              <a:off x="0" y="0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153" name="formA1_logo_light_amplio.png" descr="formA1_logo_light_amplio.png"/>
          <p:cNvPicPr>
            <a:picLocks noChangeAspect="1"/>
          </p:cNvPicPr>
          <p:nvPr/>
        </p:nvPicPr>
        <p:blipFill>
          <a:blip r:embed="rId2"/>
          <a:srcRect t="5000" b="5000"/>
          <a:stretch>
            <a:fillRect/>
          </a:stretch>
        </p:blipFill>
        <p:spPr>
          <a:xfrm>
            <a:off x="277486" y="8334980"/>
            <a:ext cx="858762" cy="483053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Footer Placeholder 4"/>
          <p:cNvSpPr txBox="1"/>
          <p:nvPr/>
        </p:nvSpPr>
        <p:spPr>
          <a:xfrm>
            <a:off x="1234967" y="8438694"/>
            <a:ext cx="3528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0" marR="0" algn="l" defTabSz="457200">
              <a:defRPr sz="1600" b="1"/>
            </a:lvl1pPr>
          </a:lstStyle>
          <a:p>
            <a:r>
              <a:t>Consultoría &amp; Gestión de Proyectos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alelo">
    <p:bg>
      <p:bgPr>
        <a:gradFill flip="none" rotWithShape="1">
          <a:gsLst>
            <a:gs pos="0">
              <a:srgbClr val="DBDBDB"/>
            </a:gs>
            <a:gs pos="75101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traight Connector 28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162" name="Straight Connector 19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163" name="Straight Connector 22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1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5" name="Texto del título"/>
          <p:cNvSpPr txBox="1">
            <a:spLocks noGrp="1"/>
          </p:cNvSpPr>
          <p:nvPr>
            <p:ph type="title"/>
          </p:nvPr>
        </p:nvSpPr>
        <p:spPr>
          <a:xfrm>
            <a:off x="358505" y="346448"/>
            <a:ext cx="15538989" cy="1170552"/>
          </a:xfrm>
          <a:prstGeom prst="rect">
            <a:avLst/>
          </a:prstGeom>
          <a:effectLst>
            <a:outerShdw blurRad="38100" dist="38100" dir="5400000" rotWithShape="0">
              <a:srgbClr val="000000">
                <a:alpha val="30000"/>
              </a:srgbClr>
            </a:outerShdw>
          </a:effectLst>
        </p:spPr>
        <p:txBody>
          <a:bodyPr>
            <a:normAutofit/>
          </a:bodyPr>
          <a:lstStyle>
            <a:lvl1pPr marL="89999">
              <a:spcBef>
                <a:spcPts val="4000"/>
              </a:spcBef>
              <a:defRPr sz="6000" cap="small">
                <a:solidFill>
                  <a:srgbClr val="535353"/>
                </a:solidFill>
                <a:latin typeface="+mn-lt"/>
                <a:ea typeface="+mn-ea"/>
                <a:cs typeface="+mn-cs"/>
                <a:sym typeface="Skia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166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539999" y="1800000"/>
            <a:ext cx="7539848" cy="990001"/>
          </a:xfrm>
          <a:prstGeom prst="rect">
            <a:avLst/>
          </a:prstGeom>
        </p:spPr>
        <p:txBody>
          <a:bodyPr anchor="b">
            <a:normAutofit/>
          </a:bodyPr>
          <a:lstStyle>
            <a:lvl1pPr marL="89999" marR="0" indent="0" algn="l" defTabSz="457200">
              <a:spcBef>
                <a:spcPts val="1000"/>
              </a:spcBef>
              <a:buClrTx/>
              <a:buSzTx/>
              <a:buNone/>
              <a:defRPr sz="2800" b="1"/>
            </a:lvl1pPr>
          </a:lstStyle>
          <a:p>
            <a:r>
              <a:t>Encabezado de sección </a:t>
            </a:r>
          </a:p>
        </p:txBody>
      </p:sp>
      <p:sp>
        <p:nvSpPr>
          <p:cNvPr id="167" name="Straight Connector 14"/>
          <p:cNvSpPr/>
          <p:nvPr/>
        </p:nvSpPr>
        <p:spPr>
          <a:xfrm>
            <a:off x="539999" y="2790000"/>
            <a:ext cx="7380002" cy="1"/>
          </a:xfrm>
          <a:prstGeom prst="line">
            <a:avLst/>
          </a:prstGeom>
          <a:ln w="50800" cap="rnd">
            <a:solidFill>
              <a:schemeClr val="accent4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168" name="Straight Connector 15"/>
          <p:cNvSpPr/>
          <p:nvPr/>
        </p:nvSpPr>
        <p:spPr>
          <a:xfrm>
            <a:off x="8337600" y="2790000"/>
            <a:ext cx="7380002" cy="1"/>
          </a:xfrm>
          <a:prstGeom prst="line">
            <a:avLst/>
          </a:prstGeom>
          <a:ln w="50800" cap="rnd">
            <a:solidFill>
              <a:schemeClr val="accent4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169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539999" y="2879999"/>
            <a:ext cx="7380001" cy="5400002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180000" algn="l" defTabSz="457200">
              <a:spcBef>
                <a:spcPts val="600"/>
              </a:spcBef>
              <a:buClrTx/>
              <a:buSzTx/>
              <a:buNone/>
              <a:defRPr sz="2400"/>
            </a:lvl1pPr>
            <a:lvl2pPr marL="801631" marR="0" indent="-240631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2pPr>
            <a:lvl3pPr marL="1182631" marR="0" indent="-240631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3pPr>
            <a:lvl4pPr marL="1563631" marR="0" indent="-240631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4pPr>
            <a:lvl5pPr marL="1944631" marR="0" indent="-240631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70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8251486" y="1800000"/>
            <a:ext cx="7539848" cy="990001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89999" marR="0" indent="0" algn="l" defTabSz="457200">
              <a:spcBef>
                <a:spcPts val="1000"/>
              </a:spcBef>
              <a:buClrTx/>
              <a:buSzTx/>
              <a:buNone/>
              <a:defRPr sz="2800" b="1"/>
            </a:pPr>
            <a:r>
              <a:t>Encabezado de sección </a:t>
            </a:r>
            <a:br/>
            <a:r>
              <a:t>(máximo 2 líneas)</a:t>
            </a:r>
          </a:p>
        </p:txBody>
      </p:sp>
      <p:sp>
        <p:nvSpPr>
          <p:cNvPr id="171" name="Object Placeholder"/>
          <p:cNvSpPr txBox="1">
            <a:spLocks noGrp="1"/>
          </p:cNvSpPr>
          <p:nvPr>
            <p:ph sz="half" idx="3"/>
          </p:nvPr>
        </p:nvSpPr>
        <p:spPr>
          <a:xfrm>
            <a:off x="8337600" y="2879999"/>
            <a:ext cx="7380001" cy="5400002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grpSp>
        <p:nvGrpSpPr>
          <p:cNvPr id="175" name="Group 12"/>
          <p:cNvGrpSpPr/>
          <p:nvPr/>
        </p:nvGrpSpPr>
        <p:grpSpPr>
          <a:xfrm>
            <a:off x="-1" y="-1"/>
            <a:ext cx="120001" cy="6239175"/>
            <a:chOff x="0" y="0"/>
            <a:chExt cx="120000" cy="6239173"/>
          </a:xfrm>
        </p:grpSpPr>
        <p:sp>
          <p:nvSpPr>
            <p:cNvPr id="172" name="Rectangle 11"/>
            <p:cNvSpPr/>
            <p:nvPr/>
          </p:nvSpPr>
          <p:spPr>
            <a:xfrm>
              <a:off x="0" y="-1"/>
              <a:ext cx="120001" cy="3360002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3" name="Rectangle 33"/>
            <p:cNvSpPr/>
            <p:nvPr/>
          </p:nvSpPr>
          <p:spPr>
            <a:xfrm>
              <a:off x="0" y="3359173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4" name="Rectangle 34"/>
            <p:cNvSpPr/>
            <p:nvPr/>
          </p:nvSpPr>
          <p:spPr>
            <a:xfrm>
              <a:off x="0" y="5279173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179" name="Group 36"/>
          <p:cNvGrpSpPr/>
          <p:nvPr/>
        </p:nvGrpSpPr>
        <p:grpSpPr>
          <a:xfrm>
            <a:off x="16137599" y="2904826"/>
            <a:ext cx="120001" cy="6239175"/>
            <a:chOff x="0" y="0"/>
            <a:chExt cx="120000" cy="6239173"/>
          </a:xfrm>
        </p:grpSpPr>
        <p:sp>
          <p:nvSpPr>
            <p:cNvPr id="176" name="Rectangle 37"/>
            <p:cNvSpPr/>
            <p:nvPr/>
          </p:nvSpPr>
          <p:spPr>
            <a:xfrm rot="10800000">
              <a:off x="0" y="2879173"/>
              <a:ext cx="120001" cy="3360001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7" name="Rectangle 38"/>
            <p:cNvSpPr/>
            <p:nvPr/>
          </p:nvSpPr>
          <p:spPr>
            <a:xfrm rot="10800000">
              <a:off x="0" y="960000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8" name="Rectangle 39"/>
            <p:cNvSpPr/>
            <p:nvPr/>
          </p:nvSpPr>
          <p:spPr>
            <a:xfrm rot="10800000">
              <a:off x="0" y="0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180" name="formA1_logo_light_amplio.png" descr="formA1_logo_light_amplio.png"/>
          <p:cNvPicPr>
            <a:picLocks noChangeAspect="1"/>
          </p:cNvPicPr>
          <p:nvPr/>
        </p:nvPicPr>
        <p:blipFill>
          <a:blip r:embed="rId2"/>
          <a:srcRect t="5000" b="5000"/>
          <a:stretch>
            <a:fillRect/>
          </a:stretch>
        </p:blipFill>
        <p:spPr>
          <a:xfrm>
            <a:off x="277486" y="8334980"/>
            <a:ext cx="858762" cy="483053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Footer Placeholder 4"/>
          <p:cNvSpPr txBox="1"/>
          <p:nvPr/>
        </p:nvSpPr>
        <p:spPr>
          <a:xfrm>
            <a:off x="1234967" y="8438694"/>
            <a:ext cx="3528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0" marR="0" algn="l" defTabSz="457200">
              <a:defRPr sz="1600" b="1"/>
            </a:lvl1pPr>
          </a:lstStyle>
          <a:p>
            <a:r>
              <a:t>Consultoría &amp; Gestión de Proyectos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olo titulo">
    <p:bg>
      <p:bgPr>
        <a:gradFill flip="none" rotWithShape="1">
          <a:gsLst>
            <a:gs pos="0">
              <a:srgbClr val="DBDBDB"/>
            </a:gs>
            <a:gs pos="75046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traight Connector 28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189" name="Straight Connector 19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190" name="Straight Connector 22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191" name="Texto del título"/>
          <p:cNvSpPr txBox="1">
            <a:spLocks noGrp="1"/>
          </p:cNvSpPr>
          <p:nvPr>
            <p:ph type="title"/>
          </p:nvPr>
        </p:nvSpPr>
        <p:spPr>
          <a:xfrm>
            <a:off x="360000" y="346448"/>
            <a:ext cx="15536000" cy="1170552"/>
          </a:xfrm>
          <a:prstGeom prst="rect">
            <a:avLst/>
          </a:prstGeom>
          <a:effectLst>
            <a:outerShdw blurRad="38100" dist="38100" dir="5400000" rotWithShape="0">
              <a:srgbClr val="000000">
                <a:alpha val="30000"/>
              </a:srgbClr>
            </a:outerShdw>
          </a:effectLst>
        </p:spPr>
        <p:txBody>
          <a:bodyPr>
            <a:normAutofit/>
          </a:bodyPr>
          <a:lstStyle>
            <a:lvl1pPr marL="89999">
              <a:spcBef>
                <a:spcPts val="4000"/>
              </a:spcBef>
              <a:defRPr sz="6000" cap="small">
                <a:solidFill>
                  <a:srgbClr val="535353"/>
                </a:solidFill>
                <a:latin typeface="+mn-lt"/>
                <a:ea typeface="+mn-ea"/>
                <a:cs typeface="+mn-cs"/>
                <a:sym typeface="Skia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19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196" name="Group 12"/>
          <p:cNvGrpSpPr/>
          <p:nvPr/>
        </p:nvGrpSpPr>
        <p:grpSpPr>
          <a:xfrm>
            <a:off x="-1" y="-1"/>
            <a:ext cx="120001" cy="6239175"/>
            <a:chOff x="0" y="0"/>
            <a:chExt cx="120000" cy="6239173"/>
          </a:xfrm>
        </p:grpSpPr>
        <p:sp>
          <p:nvSpPr>
            <p:cNvPr id="193" name="Rectangle 11"/>
            <p:cNvSpPr/>
            <p:nvPr/>
          </p:nvSpPr>
          <p:spPr>
            <a:xfrm>
              <a:off x="0" y="-1"/>
              <a:ext cx="120001" cy="3360002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94" name="Rectangle 33"/>
            <p:cNvSpPr/>
            <p:nvPr/>
          </p:nvSpPr>
          <p:spPr>
            <a:xfrm>
              <a:off x="0" y="3359173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95" name="Rectangle 34"/>
            <p:cNvSpPr/>
            <p:nvPr/>
          </p:nvSpPr>
          <p:spPr>
            <a:xfrm>
              <a:off x="0" y="5279173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200" name="Group 36"/>
          <p:cNvGrpSpPr/>
          <p:nvPr/>
        </p:nvGrpSpPr>
        <p:grpSpPr>
          <a:xfrm>
            <a:off x="16137599" y="2904826"/>
            <a:ext cx="120001" cy="6239175"/>
            <a:chOff x="0" y="0"/>
            <a:chExt cx="120000" cy="6239173"/>
          </a:xfrm>
        </p:grpSpPr>
        <p:sp>
          <p:nvSpPr>
            <p:cNvPr id="197" name="Rectangle 37"/>
            <p:cNvSpPr/>
            <p:nvPr/>
          </p:nvSpPr>
          <p:spPr>
            <a:xfrm rot="10800000">
              <a:off x="0" y="2879173"/>
              <a:ext cx="120001" cy="3360001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98" name="Rectangle 38"/>
            <p:cNvSpPr/>
            <p:nvPr/>
          </p:nvSpPr>
          <p:spPr>
            <a:xfrm rot="10800000">
              <a:off x="0" y="960000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99" name="Rectangle 39"/>
            <p:cNvSpPr/>
            <p:nvPr/>
          </p:nvSpPr>
          <p:spPr>
            <a:xfrm rot="10800000">
              <a:off x="0" y="0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201" name="formA1_logo_light_amplio.png" descr="formA1_logo_light_amplio.png"/>
          <p:cNvPicPr>
            <a:picLocks noChangeAspect="1"/>
          </p:cNvPicPr>
          <p:nvPr/>
        </p:nvPicPr>
        <p:blipFill>
          <a:blip r:embed="rId2"/>
          <a:srcRect t="5000" b="5000"/>
          <a:stretch>
            <a:fillRect/>
          </a:stretch>
        </p:blipFill>
        <p:spPr>
          <a:xfrm>
            <a:off x="277486" y="8334980"/>
            <a:ext cx="858762" cy="483053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Footer Placeholder 4"/>
          <p:cNvSpPr txBox="1"/>
          <p:nvPr/>
        </p:nvSpPr>
        <p:spPr>
          <a:xfrm>
            <a:off x="1234967" y="8438694"/>
            <a:ext cx="3528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0" marR="0" algn="l" defTabSz="457200">
              <a:defRPr sz="1600" b="1"/>
            </a:lvl1pPr>
          </a:lstStyle>
          <a:p>
            <a:r>
              <a:t>Consultoría &amp; Gestión de Proyectos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a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arjeta 1">
    <p:bg>
      <p:bgPr>
        <a:gradFill flip="none" rotWithShape="1">
          <a:gsLst>
            <a:gs pos="0">
              <a:srgbClr val="DBDBDB"/>
            </a:gs>
            <a:gs pos="75207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traight Connector 28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251" name="Straight Connector 19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252" name="Straight Connector 22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253" name="Freeform 6"/>
          <p:cNvSpPr/>
          <p:nvPr/>
        </p:nvSpPr>
        <p:spPr>
          <a:xfrm>
            <a:off x="843845" y="2128361"/>
            <a:ext cx="4741334" cy="24471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0"/>
                </a:moveTo>
                <a:lnTo>
                  <a:pt x="217" y="0"/>
                </a:lnTo>
                <a:lnTo>
                  <a:pt x="166" y="37"/>
                </a:lnTo>
                <a:lnTo>
                  <a:pt x="128" y="75"/>
                </a:lnTo>
                <a:lnTo>
                  <a:pt x="77" y="112"/>
                </a:lnTo>
                <a:lnTo>
                  <a:pt x="51" y="187"/>
                </a:lnTo>
                <a:lnTo>
                  <a:pt x="26" y="243"/>
                </a:lnTo>
                <a:lnTo>
                  <a:pt x="0" y="318"/>
                </a:lnTo>
                <a:lnTo>
                  <a:pt x="0" y="19522"/>
                </a:lnTo>
                <a:lnTo>
                  <a:pt x="26" y="19597"/>
                </a:lnTo>
                <a:lnTo>
                  <a:pt x="51" y="19653"/>
                </a:lnTo>
                <a:lnTo>
                  <a:pt x="77" y="19728"/>
                </a:lnTo>
                <a:lnTo>
                  <a:pt x="128" y="19766"/>
                </a:lnTo>
                <a:lnTo>
                  <a:pt x="166" y="19803"/>
                </a:lnTo>
                <a:lnTo>
                  <a:pt x="217" y="19841"/>
                </a:lnTo>
                <a:lnTo>
                  <a:pt x="3026" y="19841"/>
                </a:lnTo>
                <a:lnTo>
                  <a:pt x="4149" y="21488"/>
                </a:lnTo>
                <a:lnTo>
                  <a:pt x="4187" y="21525"/>
                </a:lnTo>
                <a:lnTo>
                  <a:pt x="4289" y="21600"/>
                </a:lnTo>
                <a:lnTo>
                  <a:pt x="4391" y="21600"/>
                </a:lnTo>
                <a:lnTo>
                  <a:pt x="4494" y="21525"/>
                </a:lnTo>
                <a:lnTo>
                  <a:pt x="4532" y="21488"/>
                </a:lnTo>
                <a:lnTo>
                  <a:pt x="5655" y="19841"/>
                </a:lnTo>
                <a:lnTo>
                  <a:pt x="21383" y="19841"/>
                </a:lnTo>
                <a:lnTo>
                  <a:pt x="21434" y="19803"/>
                </a:lnTo>
                <a:lnTo>
                  <a:pt x="21472" y="19766"/>
                </a:lnTo>
                <a:lnTo>
                  <a:pt x="21523" y="19728"/>
                </a:lnTo>
                <a:lnTo>
                  <a:pt x="21549" y="19653"/>
                </a:lnTo>
                <a:lnTo>
                  <a:pt x="21574" y="19597"/>
                </a:lnTo>
                <a:lnTo>
                  <a:pt x="21600" y="19522"/>
                </a:lnTo>
                <a:lnTo>
                  <a:pt x="21600" y="318"/>
                </a:lnTo>
                <a:lnTo>
                  <a:pt x="21574" y="243"/>
                </a:lnTo>
                <a:lnTo>
                  <a:pt x="21549" y="187"/>
                </a:lnTo>
                <a:lnTo>
                  <a:pt x="21523" y="112"/>
                </a:lnTo>
                <a:lnTo>
                  <a:pt x="21472" y="75"/>
                </a:lnTo>
                <a:lnTo>
                  <a:pt x="21434" y="37"/>
                </a:lnTo>
                <a:lnTo>
                  <a:pt x="21383" y="0"/>
                </a:lnTo>
                <a:lnTo>
                  <a:pt x="21319" y="0"/>
                </a:lnTo>
                <a:close/>
              </a:path>
            </a:pathLst>
          </a:custGeom>
          <a:blipFill>
            <a:blip r:embed="rId2"/>
          </a:blipFill>
          <a:ln w="3175" cap="rnd">
            <a:solidFill>
              <a:schemeClr val="accent1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254" name="Texto del título"/>
          <p:cNvSpPr txBox="1">
            <a:spLocks noGrp="1"/>
          </p:cNvSpPr>
          <p:nvPr>
            <p:ph type="title"/>
          </p:nvPr>
        </p:nvSpPr>
        <p:spPr>
          <a:xfrm>
            <a:off x="821501" y="2263737"/>
            <a:ext cx="4786022" cy="2035658"/>
          </a:xfrm>
          <a:prstGeom prst="rect">
            <a:avLst/>
          </a:prstGeom>
          <a:effectLst>
            <a:outerShdw blurRad="38100" dist="38100" dir="5400000" rotWithShape="0">
              <a:srgbClr val="000000">
                <a:alpha val="30000"/>
              </a:srgbClr>
            </a:outerShdw>
          </a:effectLst>
        </p:spPr>
        <p:txBody>
          <a:bodyPr anchor="ctr">
            <a:normAutofit/>
          </a:bodyPr>
          <a:lstStyle>
            <a:lvl1pPr marL="179999" indent="0">
              <a:spcBef>
                <a:spcPts val="3000"/>
              </a:spcBef>
              <a:defRPr sz="5000" b="0">
                <a:solidFill>
                  <a:srgbClr val="FFFFFF"/>
                </a:solidFill>
                <a:latin typeface="Skia Regular Light Extended"/>
                <a:ea typeface="Skia Regular Light Extended"/>
                <a:cs typeface="Skia Regular Light Extended"/>
                <a:sym typeface="Skia Regular Light Extended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2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56" name="Body Level One…"/>
          <p:cNvSpPr txBox="1">
            <a:spLocks noGrp="1"/>
          </p:cNvSpPr>
          <p:nvPr>
            <p:ph type="body" sz="quarter" idx="21"/>
          </p:nvPr>
        </p:nvSpPr>
        <p:spPr>
          <a:xfrm>
            <a:off x="915444" y="4907970"/>
            <a:ext cx="4598135" cy="2035658"/>
          </a:xfrm>
          <a:prstGeom prst="rect">
            <a:avLst/>
          </a:prstGeom>
        </p:spPr>
        <p:txBody>
          <a:bodyPr>
            <a:normAutofit/>
          </a:bodyPr>
          <a:lstStyle>
            <a:lvl1pPr marL="62100" marR="0" indent="0" algn="l" defTabSz="315468">
              <a:spcBef>
                <a:spcPts val="600"/>
              </a:spcBef>
              <a:buClrTx/>
              <a:buSzTx/>
              <a:buNone/>
              <a:defRPr sz="1932" b="1"/>
            </a:lvl1pPr>
            <a:lvl2pPr marL="62100" marR="0" indent="315468" algn="l" defTabSz="315468">
              <a:spcBef>
                <a:spcPts val="600"/>
              </a:spcBef>
              <a:buClrTx/>
              <a:buSzTx/>
              <a:buNone/>
              <a:defRPr sz="1932" b="1"/>
            </a:lvl2pPr>
            <a:lvl3pPr marL="62100" marR="0" indent="630936" algn="l" defTabSz="315468">
              <a:spcBef>
                <a:spcPts val="600"/>
              </a:spcBef>
              <a:buClrTx/>
              <a:buSzTx/>
              <a:buNone/>
              <a:defRPr sz="1932" b="1"/>
            </a:lvl3pPr>
            <a:lvl4pPr marL="62100" marR="0" indent="946403" algn="l" defTabSz="315468">
              <a:spcBef>
                <a:spcPts val="600"/>
              </a:spcBef>
              <a:buClrTx/>
              <a:buSzTx/>
              <a:buNone/>
              <a:defRPr sz="1932" b="1"/>
            </a:lvl4pPr>
            <a:lvl5pPr marL="62100" marR="0" indent="1261872" algn="l" defTabSz="315468">
              <a:spcBef>
                <a:spcPts val="600"/>
              </a:spcBef>
              <a:buClrTx/>
              <a:buSzTx/>
              <a:buNone/>
              <a:defRPr sz="1932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7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5756502" y="2122771"/>
            <a:ext cx="9737498" cy="489845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180000" algn="l" defTabSz="457200">
              <a:spcBef>
                <a:spcPts val="600"/>
              </a:spcBef>
              <a:buClrTx/>
              <a:buSzTx/>
              <a:buNone/>
              <a:defRPr sz="2400"/>
            </a:lvl1pPr>
            <a:lvl2pPr marL="922950" marR="0" indent="-285750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2pPr>
            <a:lvl3pPr marL="1368720" marR="0" indent="-274319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3pPr>
            <a:lvl4pPr marL="1825919" marR="0" indent="-274319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4pPr>
            <a:lvl5pPr marL="2313600" marR="0" indent="-304800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grpSp>
        <p:nvGrpSpPr>
          <p:cNvPr id="261" name="Group 12"/>
          <p:cNvGrpSpPr/>
          <p:nvPr/>
        </p:nvGrpSpPr>
        <p:grpSpPr>
          <a:xfrm>
            <a:off x="-1" y="-1"/>
            <a:ext cx="120001" cy="6239175"/>
            <a:chOff x="0" y="0"/>
            <a:chExt cx="120000" cy="6239173"/>
          </a:xfrm>
        </p:grpSpPr>
        <p:sp>
          <p:nvSpPr>
            <p:cNvPr id="258" name="Rectangle 11"/>
            <p:cNvSpPr/>
            <p:nvPr/>
          </p:nvSpPr>
          <p:spPr>
            <a:xfrm>
              <a:off x="0" y="-1"/>
              <a:ext cx="120001" cy="3360002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9" name="Rectangle 33"/>
            <p:cNvSpPr/>
            <p:nvPr/>
          </p:nvSpPr>
          <p:spPr>
            <a:xfrm>
              <a:off x="0" y="3359173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0" name="Rectangle 34"/>
            <p:cNvSpPr/>
            <p:nvPr/>
          </p:nvSpPr>
          <p:spPr>
            <a:xfrm>
              <a:off x="0" y="5279173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265" name="Group 36"/>
          <p:cNvGrpSpPr/>
          <p:nvPr/>
        </p:nvGrpSpPr>
        <p:grpSpPr>
          <a:xfrm>
            <a:off x="16137599" y="2904826"/>
            <a:ext cx="120001" cy="6239175"/>
            <a:chOff x="0" y="0"/>
            <a:chExt cx="120000" cy="6239173"/>
          </a:xfrm>
        </p:grpSpPr>
        <p:sp>
          <p:nvSpPr>
            <p:cNvPr id="262" name="Rectangle 37"/>
            <p:cNvSpPr/>
            <p:nvPr/>
          </p:nvSpPr>
          <p:spPr>
            <a:xfrm rot="10800000">
              <a:off x="0" y="2879173"/>
              <a:ext cx="120001" cy="3360001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3" name="Rectangle 38"/>
            <p:cNvSpPr/>
            <p:nvPr/>
          </p:nvSpPr>
          <p:spPr>
            <a:xfrm rot="10800000">
              <a:off x="0" y="960000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4" name="Rectangle 39"/>
            <p:cNvSpPr/>
            <p:nvPr/>
          </p:nvSpPr>
          <p:spPr>
            <a:xfrm rot="10800000">
              <a:off x="0" y="0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266" name="formA1_logo_light_amplio.png" descr="formA1_logo_light_amplio.png"/>
          <p:cNvPicPr>
            <a:picLocks noChangeAspect="1"/>
          </p:cNvPicPr>
          <p:nvPr/>
        </p:nvPicPr>
        <p:blipFill>
          <a:blip r:embed="rId3"/>
          <a:srcRect t="5000" b="5000"/>
          <a:stretch>
            <a:fillRect/>
          </a:stretch>
        </p:blipFill>
        <p:spPr>
          <a:xfrm>
            <a:off x="277486" y="8334980"/>
            <a:ext cx="858762" cy="483053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Footer Placeholder 4"/>
          <p:cNvSpPr txBox="1"/>
          <p:nvPr/>
        </p:nvSpPr>
        <p:spPr>
          <a:xfrm>
            <a:off x="1234967" y="8438694"/>
            <a:ext cx="3528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0" marR="0" algn="l" defTabSz="457200">
              <a:defRPr sz="1600" b="1"/>
            </a:lvl1pPr>
          </a:lstStyle>
          <a:p>
            <a:r>
              <a:t>Consultoría &amp; Gestión de Proyectos</a:t>
            </a: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arjeta 2">
    <p:bg>
      <p:bgPr>
        <a:gradFill flip="none" rotWithShape="1">
          <a:gsLst>
            <a:gs pos="0">
              <a:srgbClr val="DBDBDB"/>
            </a:gs>
            <a:gs pos="75183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Freeform 6"/>
          <p:cNvSpPr/>
          <p:nvPr/>
        </p:nvSpPr>
        <p:spPr>
          <a:xfrm>
            <a:off x="849602" y="1236913"/>
            <a:ext cx="6515306" cy="33386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0"/>
                </a:moveTo>
                <a:lnTo>
                  <a:pt x="217" y="0"/>
                </a:lnTo>
                <a:lnTo>
                  <a:pt x="166" y="37"/>
                </a:lnTo>
                <a:lnTo>
                  <a:pt x="128" y="75"/>
                </a:lnTo>
                <a:lnTo>
                  <a:pt x="77" y="112"/>
                </a:lnTo>
                <a:lnTo>
                  <a:pt x="51" y="187"/>
                </a:lnTo>
                <a:lnTo>
                  <a:pt x="26" y="243"/>
                </a:lnTo>
                <a:lnTo>
                  <a:pt x="0" y="318"/>
                </a:lnTo>
                <a:lnTo>
                  <a:pt x="0" y="19522"/>
                </a:lnTo>
                <a:lnTo>
                  <a:pt x="26" y="19597"/>
                </a:lnTo>
                <a:lnTo>
                  <a:pt x="51" y="19653"/>
                </a:lnTo>
                <a:lnTo>
                  <a:pt x="77" y="19728"/>
                </a:lnTo>
                <a:lnTo>
                  <a:pt x="128" y="19766"/>
                </a:lnTo>
                <a:lnTo>
                  <a:pt x="166" y="19803"/>
                </a:lnTo>
                <a:lnTo>
                  <a:pt x="217" y="19841"/>
                </a:lnTo>
                <a:lnTo>
                  <a:pt x="3026" y="19841"/>
                </a:lnTo>
                <a:lnTo>
                  <a:pt x="4149" y="21488"/>
                </a:lnTo>
                <a:lnTo>
                  <a:pt x="4187" y="21525"/>
                </a:lnTo>
                <a:lnTo>
                  <a:pt x="4289" y="21600"/>
                </a:lnTo>
                <a:lnTo>
                  <a:pt x="4391" y="21600"/>
                </a:lnTo>
                <a:lnTo>
                  <a:pt x="4494" y="21525"/>
                </a:lnTo>
                <a:lnTo>
                  <a:pt x="4532" y="21488"/>
                </a:lnTo>
                <a:lnTo>
                  <a:pt x="5655" y="19841"/>
                </a:lnTo>
                <a:lnTo>
                  <a:pt x="21383" y="19841"/>
                </a:lnTo>
                <a:lnTo>
                  <a:pt x="21434" y="19803"/>
                </a:lnTo>
                <a:lnTo>
                  <a:pt x="21472" y="19766"/>
                </a:lnTo>
                <a:lnTo>
                  <a:pt x="21523" y="19728"/>
                </a:lnTo>
                <a:lnTo>
                  <a:pt x="21549" y="19653"/>
                </a:lnTo>
                <a:lnTo>
                  <a:pt x="21574" y="19597"/>
                </a:lnTo>
                <a:lnTo>
                  <a:pt x="21600" y="19522"/>
                </a:lnTo>
                <a:lnTo>
                  <a:pt x="21600" y="318"/>
                </a:lnTo>
                <a:lnTo>
                  <a:pt x="21574" y="243"/>
                </a:lnTo>
                <a:lnTo>
                  <a:pt x="21549" y="187"/>
                </a:lnTo>
                <a:lnTo>
                  <a:pt x="21523" y="112"/>
                </a:lnTo>
                <a:lnTo>
                  <a:pt x="21472" y="75"/>
                </a:lnTo>
                <a:lnTo>
                  <a:pt x="21434" y="37"/>
                </a:lnTo>
                <a:lnTo>
                  <a:pt x="21383" y="0"/>
                </a:lnTo>
                <a:lnTo>
                  <a:pt x="21319" y="0"/>
                </a:lnTo>
                <a:close/>
              </a:path>
            </a:pathLst>
          </a:custGeom>
          <a:blipFill>
            <a:blip r:embed="rId2"/>
          </a:blipFill>
          <a:ln w="3175" cap="rnd">
            <a:solidFill>
              <a:srgbClr val="808080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275" name="Straight Connector 28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276" name="Straight Connector 19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277" name="Straight Connector 22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278" name="Texto del título"/>
          <p:cNvSpPr txBox="1">
            <a:spLocks noGrp="1"/>
          </p:cNvSpPr>
          <p:nvPr>
            <p:ph type="title"/>
          </p:nvPr>
        </p:nvSpPr>
        <p:spPr>
          <a:xfrm>
            <a:off x="849602" y="1357113"/>
            <a:ext cx="6481685" cy="2873774"/>
          </a:xfrm>
          <a:prstGeom prst="rect">
            <a:avLst/>
          </a:prstGeom>
          <a:effectLst>
            <a:outerShdw blurRad="38100" dist="38100" dir="5400000" rotWithShape="0">
              <a:srgbClr val="000000">
                <a:alpha val="30000"/>
              </a:srgbClr>
            </a:outerShdw>
          </a:effectLst>
        </p:spPr>
        <p:txBody>
          <a:bodyPr anchor="ctr">
            <a:normAutofit/>
          </a:bodyPr>
          <a:lstStyle>
            <a:lvl1pPr marL="89999">
              <a:spcBef>
                <a:spcPts val="4000"/>
              </a:spcBef>
              <a:defRPr sz="6000" cap="small">
                <a:solidFill>
                  <a:srgbClr val="FFFFFF"/>
                </a:solidFill>
                <a:latin typeface="+mn-lt"/>
                <a:ea typeface="+mn-ea"/>
                <a:cs typeface="+mn-cs"/>
                <a:sym typeface="Skia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27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80" name="Body Level One…"/>
          <p:cNvSpPr txBox="1">
            <a:spLocks noGrp="1"/>
          </p:cNvSpPr>
          <p:nvPr>
            <p:ph type="body" sz="quarter" idx="21"/>
          </p:nvPr>
        </p:nvSpPr>
        <p:spPr>
          <a:xfrm>
            <a:off x="915444" y="4907970"/>
            <a:ext cx="6350001" cy="2035658"/>
          </a:xfrm>
          <a:prstGeom prst="rect">
            <a:avLst/>
          </a:prstGeom>
        </p:spPr>
        <p:txBody>
          <a:bodyPr>
            <a:normAutofit/>
          </a:bodyPr>
          <a:lstStyle>
            <a:lvl1pPr marL="62100" marR="0" indent="0" algn="l" defTabSz="315468">
              <a:spcBef>
                <a:spcPts val="600"/>
              </a:spcBef>
              <a:buClrTx/>
              <a:buSzTx/>
              <a:buNone/>
              <a:defRPr sz="1932" b="1"/>
            </a:lvl1pPr>
            <a:lvl2pPr marL="62100" marR="0" indent="315468" algn="l" defTabSz="315468">
              <a:spcBef>
                <a:spcPts val="600"/>
              </a:spcBef>
              <a:buClrTx/>
              <a:buSzTx/>
              <a:buNone/>
              <a:defRPr sz="1932" b="1"/>
            </a:lvl2pPr>
            <a:lvl3pPr marL="62100" marR="0" indent="630936" algn="l" defTabSz="315468">
              <a:spcBef>
                <a:spcPts val="600"/>
              </a:spcBef>
              <a:buClrTx/>
              <a:buSzTx/>
              <a:buNone/>
              <a:defRPr sz="1932" b="1"/>
            </a:lvl3pPr>
            <a:lvl4pPr marL="62100" marR="0" indent="946403" algn="l" defTabSz="315468">
              <a:spcBef>
                <a:spcPts val="600"/>
              </a:spcBef>
              <a:buClrTx/>
              <a:buSzTx/>
              <a:buNone/>
              <a:defRPr sz="1932" b="1"/>
            </a:lvl4pPr>
            <a:lvl5pPr marL="62100" marR="0" indent="1261872" algn="l" defTabSz="315468">
              <a:spcBef>
                <a:spcPts val="600"/>
              </a:spcBef>
              <a:buClrTx/>
              <a:buSzTx/>
              <a:buNone/>
              <a:defRPr sz="1932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1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7535333" y="1269999"/>
            <a:ext cx="7958667" cy="3048001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180000" algn="l" defTabSz="457200">
              <a:spcBef>
                <a:spcPts val="600"/>
              </a:spcBef>
              <a:buClrTx/>
              <a:buSzTx/>
              <a:buNone/>
              <a:defRPr sz="2400"/>
            </a:lvl1pPr>
            <a:lvl2pPr marL="922950" marR="0" indent="-285750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2pPr>
            <a:lvl3pPr marL="1368720" marR="0" indent="-274319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3pPr>
            <a:lvl4pPr marL="1825919" marR="0" indent="-274319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4pPr>
            <a:lvl5pPr marL="2313600" marR="0" indent="-304800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grpSp>
        <p:nvGrpSpPr>
          <p:cNvPr id="285" name="Group 12"/>
          <p:cNvGrpSpPr/>
          <p:nvPr/>
        </p:nvGrpSpPr>
        <p:grpSpPr>
          <a:xfrm>
            <a:off x="-1" y="-1"/>
            <a:ext cx="120001" cy="6239175"/>
            <a:chOff x="0" y="0"/>
            <a:chExt cx="120000" cy="6239173"/>
          </a:xfrm>
        </p:grpSpPr>
        <p:sp>
          <p:nvSpPr>
            <p:cNvPr id="282" name="Rectangle 11"/>
            <p:cNvSpPr/>
            <p:nvPr/>
          </p:nvSpPr>
          <p:spPr>
            <a:xfrm>
              <a:off x="0" y="-1"/>
              <a:ext cx="120001" cy="3360002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83" name="Rectangle 33"/>
            <p:cNvSpPr/>
            <p:nvPr/>
          </p:nvSpPr>
          <p:spPr>
            <a:xfrm>
              <a:off x="0" y="3359173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84" name="Rectangle 34"/>
            <p:cNvSpPr/>
            <p:nvPr/>
          </p:nvSpPr>
          <p:spPr>
            <a:xfrm>
              <a:off x="0" y="5279173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289" name="Group 36"/>
          <p:cNvGrpSpPr/>
          <p:nvPr/>
        </p:nvGrpSpPr>
        <p:grpSpPr>
          <a:xfrm>
            <a:off x="16137599" y="2904826"/>
            <a:ext cx="120001" cy="6239175"/>
            <a:chOff x="0" y="0"/>
            <a:chExt cx="120000" cy="6239173"/>
          </a:xfrm>
        </p:grpSpPr>
        <p:sp>
          <p:nvSpPr>
            <p:cNvPr id="286" name="Rectangle 37"/>
            <p:cNvSpPr/>
            <p:nvPr/>
          </p:nvSpPr>
          <p:spPr>
            <a:xfrm rot="10800000">
              <a:off x="0" y="2879173"/>
              <a:ext cx="120001" cy="3360001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87" name="Rectangle 38"/>
            <p:cNvSpPr/>
            <p:nvPr/>
          </p:nvSpPr>
          <p:spPr>
            <a:xfrm rot="10800000">
              <a:off x="0" y="960000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88" name="Rectangle 39"/>
            <p:cNvSpPr/>
            <p:nvPr/>
          </p:nvSpPr>
          <p:spPr>
            <a:xfrm rot="10800000">
              <a:off x="0" y="0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290" name="formA1_logo_light_amplio.png" descr="formA1_logo_light_amplio.png"/>
          <p:cNvPicPr>
            <a:picLocks noChangeAspect="1"/>
          </p:cNvPicPr>
          <p:nvPr/>
        </p:nvPicPr>
        <p:blipFill>
          <a:blip r:embed="rId3"/>
          <a:srcRect t="5000" b="5000"/>
          <a:stretch>
            <a:fillRect/>
          </a:stretch>
        </p:blipFill>
        <p:spPr>
          <a:xfrm>
            <a:off x="277486" y="8334980"/>
            <a:ext cx="858762" cy="483053"/>
          </a:xfrm>
          <a:prstGeom prst="rect">
            <a:avLst/>
          </a:prstGeom>
          <a:ln w="12700">
            <a:miter lim="400000"/>
          </a:ln>
        </p:spPr>
      </p:pic>
      <p:sp>
        <p:nvSpPr>
          <p:cNvPr id="291" name="Footer Placeholder 4"/>
          <p:cNvSpPr txBox="1"/>
          <p:nvPr/>
        </p:nvSpPr>
        <p:spPr>
          <a:xfrm>
            <a:off x="1234967" y="8438694"/>
            <a:ext cx="3528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0" marR="0" algn="l" defTabSz="457200">
              <a:defRPr sz="1600" b="1"/>
            </a:lvl1pPr>
          </a:lstStyle>
          <a:p>
            <a:r>
              <a:t>Consultoría &amp; Gestión de Proyectos</a:t>
            </a: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arjeta 3">
    <p:bg>
      <p:bgPr>
        <a:gradFill flip="none" rotWithShape="1">
          <a:gsLst>
            <a:gs pos="0">
              <a:srgbClr val="DBDBDB"/>
            </a:gs>
            <a:gs pos="75202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traight Connector 28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299" name="Straight Connector 19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300" name="Straight Connector 22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301" name="Freeform 6"/>
          <p:cNvSpPr/>
          <p:nvPr/>
        </p:nvSpPr>
        <p:spPr>
          <a:xfrm>
            <a:off x="842262" y="341274"/>
            <a:ext cx="8443223" cy="43189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0"/>
                </a:moveTo>
                <a:lnTo>
                  <a:pt x="217" y="0"/>
                </a:lnTo>
                <a:lnTo>
                  <a:pt x="166" y="37"/>
                </a:lnTo>
                <a:lnTo>
                  <a:pt x="128" y="75"/>
                </a:lnTo>
                <a:lnTo>
                  <a:pt x="77" y="112"/>
                </a:lnTo>
                <a:lnTo>
                  <a:pt x="51" y="187"/>
                </a:lnTo>
                <a:lnTo>
                  <a:pt x="26" y="243"/>
                </a:lnTo>
                <a:lnTo>
                  <a:pt x="0" y="318"/>
                </a:lnTo>
                <a:lnTo>
                  <a:pt x="0" y="19522"/>
                </a:lnTo>
                <a:lnTo>
                  <a:pt x="26" y="19597"/>
                </a:lnTo>
                <a:lnTo>
                  <a:pt x="51" y="19653"/>
                </a:lnTo>
                <a:lnTo>
                  <a:pt x="77" y="19728"/>
                </a:lnTo>
                <a:lnTo>
                  <a:pt x="128" y="19766"/>
                </a:lnTo>
                <a:lnTo>
                  <a:pt x="166" y="19803"/>
                </a:lnTo>
                <a:lnTo>
                  <a:pt x="217" y="19841"/>
                </a:lnTo>
                <a:lnTo>
                  <a:pt x="3026" y="19841"/>
                </a:lnTo>
                <a:lnTo>
                  <a:pt x="4149" y="21488"/>
                </a:lnTo>
                <a:lnTo>
                  <a:pt x="4187" y="21525"/>
                </a:lnTo>
                <a:lnTo>
                  <a:pt x="4289" y="21600"/>
                </a:lnTo>
                <a:lnTo>
                  <a:pt x="4391" y="21600"/>
                </a:lnTo>
                <a:lnTo>
                  <a:pt x="4494" y="21525"/>
                </a:lnTo>
                <a:lnTo>
                  <a:pt x="4532" y="21488"/>
                </a:lnTo>
                <a:lnTo>
                  <a:pt x="5655" y="19841"/>
                </a:lnTo>
                <a:lnTo>
                  <a:pt x="21383" y="19841"/>
                </a:lnTo>
                <a:lnTo>
                  <a:pt x="21434" y="19803"/>
                </a:lnTo>
                <a:lnTo>
                  <a:pt x="21472" y="19766"/>
                </a:lnTo>
                <a:lnTo>
                  <a:pt x="21523" y="19728"/>
                </a:lnTo>
                <a:lnTo>
                  <a:pt x="21549" y="19653"/>
                </a:lnTo>
                <a:lnTo>
                  <a:pt x="21574" y="19597"/>
                </a:lnTo>
                <a:lnTo>
                  <a:pt x="21600" y="19522"/>
                </a:lnTo>
                <a:lnTo>
                  <a:pt x="21600" y="318"/>
                </a:lnTo>
                <a:lnTo>
                  <a:pt x="21574" y="243"/>
                </a:lnTo>
                <a:lnTo>
                  <a:pt x="21549" y="187"/>
                </a:lnTo>
                <a:lnTo>
                  <a:pt x="21523" y="112"/>
                </a:lnTo>
                <a:lnTo>
                  <a:pt x="21472" y="75"/>
                </a:lnTo>
                <a:lnTo>
                  <a:pt x="21434" y="37"/>
                </a:lnTo>
                <a:lnTo>
                  <a:pt x="21383" y="0"/>
                </a:lnTo>
                <a:lnTo>
                  <a:pt x="21319" y="0"/>
                </a:lnTo>
                <a:close/>
              </a:path>
            </a:pathLst>
          </a:custGeom>
          <a:blipFill>
            <a:blip r:embed="rId2"/>
          </a:blipFill>
          <a:ln w="3175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302" name="Texto del título"/>
          <p:cNvSpPr txBox="1">
            <a:spLocks noGrp="1"/>
          </p:cNvSpPr>
          <p:nvPr>
            <p:ph type="title"/>
          </p:nvPr>
        </p:nvSpPr>
        <p:spPr>
          <a:xfrm>
            <a:off x="1134646" y="550669"/>
            <a:ext cx="7858455" cy="3527883"/>
          </a:xfrm>
          <a:prstGeom prst="rect">
            <a:avLst/>
          </a:prstGeom>
          <a:effectLst>
            <a:outerShdw blurRad="38100" dist="38100" dir="5400000" rotWithShape="0">
              <a:srgbClr val="000000">
                <a:alpha val="30000"/>
              </a:srgb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Bef>
                <a:spcPts val="5000"/>
              </a:spcBef>
              <a:defRPr sz="12800" b="0" cap="all" spc="384">
                <a:solidFill>
                  <a:schemeClr val="accent4"/>
                </a:solidFill>
                <a:latin typeface="+mj-lt"/>
                <a:ea typeface="+mj-ea"/>
                <a:cs typeface="+mj-cs"/>
                <a:sym typeface="Skia Regular Light Condensed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303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9499600" y="338666"/>
            <a:ext cx="6129867" cy="7027335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180000" algn="l" defTabSz="457200">
              <a:spcBef>
                <a:spcPts val="600"/>
              </a:spcBef>
              <a:buClrTx/>
              <a:buSzTx/>
              <a:buNone/>
              <a:defRPr sz="2400"/>
            </a:lvl1pPr>
            <a:lvl2pPr marL="801631" marR="0" indent="-240631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2pPr>
            <a:lvl3pPr marL="1182631" marR="0" indent="-240631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3pPr>
            <a:lvl4pPr marL="1563631" marR="0" indent="-240631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4pPr>
            <a:lvl5pPr marL="1944631" marR="0" indent="-240631" algn="l" defTabSz="457200">
              <a:spcBef>
                <a:spcPts val="600"/>
              </a:spcBef>
              <a:buClr>
                <a:srgbClr val="941100"/>
              </a:buClr>
              <a:buChar char="‣"/>
              <a:defRPr sz="24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3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05" name="Body Level One…"/>
          <p:cNvSpPr txBox="1">
            <a:spLocks noGrp="1"/>
          </p:cNvSpPr>
          <p:nvPr>
            <p:ph type="body" sz="quarter" idx="21"/>
          </p:nvPr>
        </p:nvSpPr>
        <p:spPr>
          <a:xfrm>
            <a:off x="915444" y="4907970"/>
            <a:ext cx="8296859" cy="2035658"/>
          </a:xfrm>
          <a:prstGeom prst="rect">
            <a:avLst/>
          </a:prstGeom>
        </p:spPr>
        <p:txBody>
          <a:bodyPr>
            <a:normAutofit/>
          </a:bodyPr>
          <a:lstStyle>
            <a:lvl1pPr marL="62100" marR="0" indent="0" algn="l" defTabSz="315468">
              <a:spcBef>
                <a:spcPts val="600"/>
              </a:spcBef>
              <a:buClrTx/>
              <a:buSzTx/>
              <a:buNone/>
              <a:defRPr sz="1932" b="1"/>
            </a:lvl1pPr>
            <a:lvl2pPr marL="62100" marR="0" indent="315468" algn="l" defTabSz="315468">
              <a:spcBef>
                <a:spcPts val="600"/>
              </a:spcBef>
              <a:buClrTx/>
              <a:buSzTx/>
              <a:buNone/>
              <a:defRPr sz="1932" b="1"/>
            </a:lvl2pPr>
            <a:lvl3pPr marL="62100" marR="0" indent="630936" algn="l" defTabSz="315468">
              <a:spcBef>
                <a:spcPts val="600"/>
              </a:spcBef>
              <a:buClrTx/>
              <a:buSzTx/>
              <a:buNone/>
              <a:defRPr sz="1932" b="1"/>
            </a:lvl3pPr>
            <a:lvl4pPr marL="62100" marR="0" indent="946403" algn="l" defTabSz="315468">
              <a:spcBef>
                <a:spcPts val="600"/>
              </a:spcBef>
              <a:buClrTx/>
              <a:buSzTx/>
              <a:buNone/>
              <a:defRPr sz="1932" b="1"/>
            </a:lvl4pPr>
            <a:lvl5pPr marL="62100" marR="0" indent="1261872" algn="l" defTabSz="315468">
              <a:spcBef>
                <a:spcPts val="600"/>
              </a:spcBef>
              <a:buClrTx/>
              <a:buSzTx/>
              <a:buNone/>
              <a:defRPr sz="1932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grpSp>
        <p:nvGrpSpPr>
          <p:cNvPr id="309" name="Group 12"/>
          <p:cNvGrpSpPr/>
          <p:nvPr/>
        </p:nvGrpSpPr>
        <p:grpSpPr>
          <a:xfrm>
            <a:off x="-1" y="-1"/>
            <a:ext cx="120001" cy="6239175"/>
            <a:chOff x="0" y="0"/>
            <a:chExt cx="120000" cy="6239173"/>
          </a:xfrm>
        </p:grpSpPr>
        <p:sp>
          <p:nvSpPr>
            <p:cNvPr id="306" name="Rectangle 11"/>
            <p:cNvSpPr/>
            <p:nvPr/>
          </p:nvSpPr>
          <p:spPr>
            <a:xfrm>
              <a:off x="0" y="-1"/>
              <a:ext cx="120001" cy="3360002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7" name="Rectangle 33"/>
            <p:cNvSpPr/>
            <p:nvPr/>
          </p:nvSpPr>
          <p:spPr>
            <a:xfrm>
              <a:off x="0" y="3359173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8" name="Rectangle 34"/>
            <p:cNvSpPr/>
            <p:nvPr/>
          </p:nvSpPr>
          <p:spPr>
            <a:xfrm>
              <a:off x="0" y="5279173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313" name="Group 36"/>
          <p:cNvGrpSpPr/>
          <p:nvPr/>
        </p:nvGrpSpPr>
        <p:grpSpPr>
          <a:xfrm>
            <a:off x="16137599" y="2904826"/>
            <a:ext cx="120001" cy="6239175"/>
            <a:chOff x="0" y="0"/>
            <a:chExt cx="120000" cy="6239173"/>
          </a:xfrm>
        </p:grpSpPr>
        <p:sp>
          <p:nvSpPr>
            <p:cNvPr id="310" name="Rectangle 37"/>
            <p:cNvSpPr/>
            <p:nvPr/>
          </p:nvSpPr>
          <p:spPr>
            <a:xfrm rot="10800000">
              <a:off x="0" y="2879173"/>
              <a:ext cx="120001" cy="3360001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11" name="Rectangle 38"/>
            <p:cNvSpPr/>
            <p:nvPr/>
          </p:nvSpPr>
          <p:spPr>
            <a:xfrm rot="10800000">
              <a:off x="0" y="960000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12" name="Rectangle 39"/>
            <p:cNvSpPr/>
            <p:nvPr/>
          </p:nvSpPr>
          <p:spPr>
            <a:xfrm rot="10800000">
              <a:off x="0" y="0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314" name="formA1_logo_light_amplio.png" descr="formA1_logo_light_amplio.png"/>
          <p:cNvPicPr>
            <a:picLocks noChangeAspect="1"/>
          </p:cNvPicPr>
          <p:nvPr/>
        </p:nvPicPr>
        <p:blipFill>
          <a:blip r:embed="rId3"/>
          <a:srcRect t="5000" b="5000"/>
          <a:stretch>
            <a:fillRect/>
          </a:stretch>
        </p:blipFill>
        <p:spPr>
          <a:xfrm>
            <a:off x="277486" y="8334980"/>
            <a:ext cx="858762" cy="483053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Footer Placeholder 4"/>
          <p:cNvSpPr txBox="1"/>
          <p:nvPr/>
        </p:nvSpPr>
        <p:spPr>
          <a:xfrm>
            <a:off x="1234967" y="8438694"/>
            <a:ext cx="3528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0" marR="0" algn="l" defTabSz="457200">
              <a:defRPr sz="1600" b="1"/>
            </a:lvl1pPr>
          </a:lstStyle>
          <a:p>
            <a:r>
              <a:t>Consultoría &amp; Gestión de Proyectos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BDBDB"/>
            </a:gs>
            <a:gs pos="75076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28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3" name="Straight Connector 19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4" name="Straight Connector 22"/>
          <p:cNvSpPr/>
          <p:nvPr/>
        </p:nvSpPr>
        <p:spPr>
          <a:xfrm>
            <a:off x="239999" y="8903172"/>
            <a:ext cx="15776843" cy="1"/>
          </a:xfrm>
          <a:prstGeom prst="line">
            <a:avLst/>
          </a:prstGeom>
          <a:ln w="25400" cap="rnd">
            <a:solidFill>
              <a:srgbClr val="92B1CC"/>
            </a:solidFill>
          </a:ln>
        </p:spPr>
        <p:txBody>
          <a:bodyPr lIns="60959" tIns="60959" rIns="60959" bIns="60959"/>
          <a:lstStyle/>
          <a:p>
            <a:endParaRPr/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525529" y="8409678"/>
            <a:ext cx="363466" cy="333601"/>
          </a:xfrm>
          <a:prstGeom prst="rect">
            <a:avLst/>
          </a:prstGeom>
          <a:ln w="12700">
            <a:miter lim="400000"/>
          </a:ln>
        </p:spPr>
        <p:txBody>
          <a:bodyPr wrap="none" lIns="14400" tIns="14400" rIns="14400" bIns="14400" anchor="b">
            <a:spAutoFit/>
          </a:bodyPr>
          <a:lstStyle>
            <a:lvl1pPr marL="0" marR="0" defTabSz="457200">
              <a:spcBef>
                <a:spcPts val="0"/>
              </a:spcBef>
              <a:defRPr sz="2000">
                <a:solidFill>
                  <a:srgbClr val="7F7F7F"/>
                </a:solidFill>
                <a:latin typeface="Skia Regular Extended"/>
                <a:ea typeface="Skia Regular Extended"/>
                <a:cs typeface="Skia Regular Extended"/>
                <a:sym typeface="Skia Regular Extende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9" name="Group 12"/>
          <p:cNvGrpSpPr/>
          <p:nvPr/>
        </p:nvGrpSpPr>
        <p:grpSpPr>
          <a:xfrm>
            <a:off x="-1" y="-1"/>
            <a:ext cx="120001" cy="6239175"/>
            <a:chOff x="0" y="0"/>
            <a:chExt cx="120000" cy="6239173"/>
          </a:xfrm>
        </p:grpSpPr>
        <p:sp>
          <p:nvSpPr>
            <p:cNvPr id="6" name="Rectangle 11"/>
            <p:cNvSpPr/>
            <p:nvPr/>
          </p:nvSpPr>
          <p:spPr>
            <a:xfrm>
              <a:off x="0" y="-1"/>
              <a:ext cx="120001" cy="3360002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" name="Rectangle 33"/>
            <p:cNvSpPr/>
            <p:nvPr/>
          </p:nvSpPr>
          <p:spPr>
            <a:xfrm>
              <a:off x="0" y="3359173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" name="Rectangle 34"/>
            <p:cNvSpPr/>
            <p:nvPr/>
          </p:nvSpPr>
          <p:spPr>
            <a:xfrm>
              <a:off x="0" y="5279173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13" name="Group 36"/>
          <p:cNvGrpSpPr/>
          <p:nvPr/>
        </p:nvGrpSpPr>
        <p:grpSpPr>
          <a:xfrm>
            <a:off x="16137599" y="2904826"/>
            <a:ext cx="120001" cy="6239175"/>
            <a:chOff x="0" y="0"/>
            <a:chExt cx="120000" cy="6239173"/>
          </a:xfrm>
        </p:grpSpPr>
        <p:sp>
          <p:nvSpPr>
            <p:cNvPr id="10" name="Rectangle 37"/>
            <p:cNvSpPr/>
            <p:nvPr/>
          </p:nvSpPr>
          <p:spPr>
            <a:xfrm rot="10800000">
              <a:off x="0" y="2879173"/>
              <a:ext cx="120001" cy="3360001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" name="Rectangle 38"/>
            <p:cNvSpPr/>
            <p:nvPr/>
          </p:nvSpPr>
          <p:spPr>
            <a:xfrm rot="10800000">
              <a:off x="0" y="960000"/>
              <a:ext cx="120001" cy="1920001"/>
            </a:xfrm>
            <a:prstGeom prst="rect">
              <a:avLst/>
            </a:prstGeom>
            <a:solidFill>
              <a:srgbClr val="A7A7A7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2" name="Rectangle 39"/>
            <p:cNvSpPr/>
            <p:nvPr/>
          </p:nvSpPr>
          <p:spPr>
            <a:xfrm rot="10800000">
              <a:off x="0" y="0"/>
              <a:ext cx="120001" cy="960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60959" tIns="60959" rIns="60959" bIns="6095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14" name="formA1_logo_light_amplio.png" descr="formA1_logo_light_amplio.png"/>
          <p:cNvPicPr>
            <a:picLocks noChangeAspect="1"/>
          </p:cNvPicPr>
          <p:nvPr/>
        </p:nvPicPr>
        <p:blipFill>
          <a:blip r:embed="rId14"/>
          <a:srcRect t="5000" b="5000"/>
          <a:stretch>
            <a:fillRect/>
          </a:stretch>
        </p:blipFill>
        <p:spPr>
          <a:xfrm>
            <a:off x="277486" y="8334980"/>
            <a:ext cx="858762" cy="483053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Footer Placeholder 4"/>
          <p:cNvSpPr txBox="1"/>
          <p:nvPr/>
        </p:nvSpPr>
        <p:spPr>
          <a:xfrm>
            <a:off x="1234967" y="8438694"/>
            <a:ext cx="3528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0" marR="0" algn="l" defTabSz="457200">
              <a:defRPr sz="1600" b="1"/>
            </a:lvl1pPr>
          </a:lstStyle>
          <a:p>
            <a:r>
              <a:t>Consultoría &amp; Gestión de Proyectos</a:t>
            </a:r>
          </a:p>
        </p:txBody>
      </p:sp>
      <p:sp>
        <p:nvSpPr>
          <p:cNvPr id="16" name="Texto del título"/>
          <p:cNvSpPr txBox="1">
            <a:spLocks noGrp="1"/>
          </p:cNvSpPr>
          <p:nvPr>
            <p:ph type="title"/>
          </p:nvPr>
        </p:nvSpPr>
        <p:spPr>
          <a:xfrm>
            <a:off x="812799" y="-1"/>
            <a:ext cx="14630401" cy="1890185"/>
          </a:xfrm>
          <a:prstGeom prst="rect">
            <a:avLst/>
          </a:prstGeom>
          <a:ln w="12700">
            <a:miter lim="400000"/>
          </a:ln>
          <a:effectLst>
            <a:outerShdw blurRad="63500" dist="50800" dir="5400000" rotWithShape="0">
              <a:srgbClr val="000000">
                <a:alpha val="4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9" tIns="60959" rIns="60959" bIns="60959" anchor="b"/>
          <a:lstStyle/>
          <a:p>
            <a:r>
              <a:t>Texto del título</a:t>
            </a:r>
          </a:p>
        </p:txBody>
      </p:sp>
      <p:sp>
        <p:nvSpPr>
          <p:cNvPr id="17" name="Nivel de texto 1…"/>
          <p:cNvSpPr txBox="1">
            <a:spLocks noGrp="1"/>
          </p:cNvSpPr>
          <p:nvPr>
            <p:ph type="body" idx="1"/>
          </p:nvPr>
        </p:nvSpPr>
        <p:spPr>
          <a:xfrm>
            <a:off x="812799" y="2133600"/>
            <a:ext cx="14630401" cy="7010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60" r:id="rId11"/>
    <p:sldLayoutId id="2147483661" r:id="rId12"/>
  </p:sldLayoutIdLst>
  <p:transition spd="med"/>
  <p:txStyles>
    <p:titleStyle>
      <a:lvl1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1pPr>
      <a:lvl2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2pPr>
      <a:lvl3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3pPr>
      <a:lvl4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4pPr>
      <a:lvl5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5pPr>
      <a:lvl6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6pPr>
      <a:lvl7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7pPr>
      <a:lvl8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8pPr>
      <a:lvl9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9pPr>
    </p:titleStyle>
    <p:bodyStyle>
      <a:lvl1pPr marL="232875" marR="89999" indent="-142875" algn="r" defTabSz="914400" rtl="0" latinLnBrk="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Pct val="100000"/>
        <a:buFontTx/>
        <a:buChar char=""/>
        <a:tabLst/>
        <a:defRPr sz="1000" b="0" i="0" u="none" strike="noStrike" cap="none" spc="0" baseline="0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1pPr>
      <a:lvl2pPr marL="666262" marR="89999" indent="-119062" algn="r" defTabSz="914400" rtl="0" latinLnBrk="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Pct val="100000"/>
        <a:buFontTx/>
        <a:buChar char=""/>
        <a:tabLst/>
        <a:defRPr sz="1000" b="0" i="0" u="none" strike="noStrike" cap="none" spc="0" baseline="0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2pPr>
      <a:lvl3pPr marL="1118700" marR="89999" indent="-114300" algn="r" defTabSz="914400" rtl="0" latinLnBrk="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Pct val="100000"/>
        <a:buFontTx/>
        <a:buChar char=""/>
        <a:tabLst/>
        <a:defRPr sz="1000" b="0" i="0" u="none" strike="noStrike" cap="none" spc="0" baseline="0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3pPr>
      <a:lvl4pPr marL="1575900" marR="89999" indent="-114300" algn="r" defTabSz="914400" rtl="0" latinLnBrk="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Pct val="100000"/>
        <a:buFontTx/>
        <a:buChar char=""/>
        <a:tabLst/>
        <a:defRPr sz="1000" b="0" i="0" u="none" strike="noStrike" cap="none" spc="0" baseline="0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4pPr>
      <a:lvl5pPr marL="2045799" marR="89999" indent="-127000" algn="r" defTabSz="914400" rtl="0" latinLnBrk="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Pct val="100000"/>
        <a:buFontTx/>
        <a:buChar char=""/>
        <a:tabLst/>
        <a:defRPr sz="1000" b="0" i="0" u="none" strike="noStrike" cap="none" spc="0" baseline="0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5pPr>
      <a:lvl6pPr marL="2451899" marR="89999" indent="-190500" algn="r" defTabSz="914400" rtl="0" latinLnBrk="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Pct val="100000"/>
        <a:buFontTx/>
        <a:buChar char=""/>
        <a:tabLst/>
        <a:defRPr sz="1000" b="0" i="0" u="none" strike="noStrike" cap="none" spc="0" baseline="0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6pPr>
      <a:lvl7pPr marL="2851899" marR="89999" indent="-190500" algn="r" defTabSz="914400" rtl="0" latinLnBrk="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Pct val="100000"/>
        <a:buFontTx/>
        <a:buChar char=""/>
        <a:tabLst/>
        <a:defRPr sz="1000" b="0" i="0" u="none" strike="noStrike" cap="none" spc="0" baseline="0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7pPr>
      <a:lvl8pPr marL="3251899" marR="89999" indent="-190500" algn="r" defTabSz="914400" rtl="0" latinLnBrk="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Pct val="100000"/>
        <a:buFontTx/>
        <a:buChar char=""/>
        <a:tabLst/>
        <a:defRPr sz="1000" b="0" i="0" u="none" strike="noStrike" cap="none" spc="0" baseline="0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8pPr>
      <a:lvl9pPr marL="3651899" marR="89999" indent="-190500" algn="r" defTabSz="914400" rtl="0" latinLnBrk="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Pct val="100000"/>
        <a:buFontTx/>
        <a:buChar char=""/>
        <a:tabLst/>
        <a:defRPr sz="1000" b="0" i="0" u="none" strike="noStrike" cap="none" spc="0" baseline="0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9pPr>
    </p:bodyStyle>
    <p:otherStyle>
      <a:lvl1pPr marL="0" marR="0" indent="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kia Regular Extended"/>
        </a:defRPr>
      </a:lvl1pPr>
      <a:lvl2pPr marL="0" marR="0" indent="4572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kia Regular Extended"/>
        </a:defRPr>
      </a:lvl2pPr>
      <a:lvl3pPr marL="0" marR="0" indent="9144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kia Regular Extended"/>
        </a:defRPr>
      </a:lvl3pPr>
      <a:lvl4pPr marL="0" marR="0" indent="13716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kia Regular Extended"/>
        </a:defRPr>
      </a:lvl4pPr>
      <a:lvl5pPr marL="0" marR="0" indent="18288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kia Regular Extended"/>
        </a:defRPr>
      </a:lvl5pPr>
      <a:lvl6pPr marL="0" marR="0" indent="22860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kia Regular Extended"/>
        </a:defRPr>
      </a:lvl6pPr>
      <a:lvl7pPr marL="0" marR="0" indent="27432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kia Regular Extended"/>
        </a:defRPr>
      </a:lvl7pPr>
      <a:lvl8pPr marL="0" marR="0" indent="32004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kia Regular Extended"/>
        </a:defRPr>
      </a:lvl8pPr>
      <a:lvl9pPr marL="0" marR="0" indent="36576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kia Regular Extende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Picture Placeholder 11" descr="Picture Placeholder 11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/>
          <a:stretch>
            <a:fillRect/>
          </a:stretch>
        </p:blipFill>
        <p:spPr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3" y="0"/>
                </a:moveTo>
                <a:lnTo>
                  <a:pt x="1373" y="5985"/>
                </a:lnTo>
                <a:lnTo>
                  <a:pt x="60" y="6860"/>
                </a:lnTo>
                <a:lnTo>
                  <a:pt x="45" y="6880"/>
                </a:lnTo>
                <a:lnTo>
                  <a:pt x="22" y="6910"/>
                </a:lnTo>
                <a:lnTo>
                  <a:pt x="0" y="6935"/>
                </a:lnTo>
                <a:lnTo>
                  <a:pt x="0" y="6965"/>
                </a:lnTo>
                <a:lnTo>
                  <a:pt x="0" y="6995"/>
                </a:lnTo>
                <a:lnTo>
                  <a:pt x="22" y="7020"/>
                </a:lnTo>
                <a:lnTo>
                  <a:pt x="45" y="7050"/>
                </a:lnTo>
                <a:lnTo>
                  <a:pt x="60" y="7070"/>
                </a:lnTo>
                <a:lnTo>
                  <a:pt x="1373" y="7945"/>
                </a:lnTo>
                <a:lnTo>
                  <a:pt x="1373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1373" y="0"/>
                </a:lnTo>
                <a:close/>
              </a:path>
            </a:pathLst>
          </a:custGeom>
        </p:spPr>
      </p:pic>
      <p:sp>
        <p:nvSpPr>
          <p:cNvPr id="3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724339" y="8409678"/>
            <a:ext cx="164656" cy="3336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326" name="Editar: doble clic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327" name="Editar: doble clic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TDi-Org">
  <a:themeElements>
    <a:clrScheme name="CTDi_Pro_Colors_26">
      <a:dk1>
        <a:srgbClr val="000000"/>
      </a:dk1>
      <a:lt1>
        <a:srgbClr val="FFFFFF"/>
      </a:lt1>
      <a:dk2>
        <a:srgbClr val="555555"/>
      </a:dk2>
      <a:lt2>
        <a:srgbClr val="AAAAAA"/>
      </a:lt2>
      <a:accent1>
        <a:srgbClr val="C60D00"/>
      </a:accent1>
      <a:accent2>
        <a:srgbClr val="FE5400"/>
      </a:accent2>
      <a:accent3>
        <a:srgbClr val="FEAA1C"/>
      </a:accent3>
      <a:accent4>
        <a:srgbClr val="00548E"/>
      </a:accent4>
      <a:accent5>
        <a:srgbClr val="008DFF"/>
      </a:accent5>
      <a:accent6>
        <a:srgbClr val="71C6FE"/>
      </a:accent6>
      <a:hlink>
        <a:srgbClr val="1C5571"/>
      </a:hlink>
      <a:folHlink>
        <a:srgbClr val="5571AA"/>
      </a:folHlink>
    </a:clrScheme>
    <a:fontScheme name="CTDi-Org">
      <a:majorFont>
        <a:latin typeface="Skia Regular Light Condensed"/>
        <a:ea typeface="Skia Regular Light Condensed"/>
        <a:cs typeface="Skia Regular Light Condensed"/>
      </a:majorFont>
      <a:minorFont>
        <a:latin typeface="Skia"/>
        <a:ea typeface="Skia"/>
        <a:cs typeface="Skia"/>
      </a:minorFont>
    </a:fontScheme>
    <a:fmtScheme name="CTDi-Or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60959" tIns="60959" rIns="60959" bIns="60959" numCol="1" spcCol="38100" rtlCol="0" anchor="ctr">
        <a:spAutoFit/>
      </a:bodyPr>
      <a:lstStyle>
        <a:defPPr marL="89999" marR="89999" indent="0" algn="r" defTabSz="914400" rtl="0" fontAlgn="auto" latinLnBrk="0" hangingPunct="0">
          <a:lnSpc>
            <a:spcPct val="100000"/>
          </a:lnSpc>
          <a:spcBef>
            <a:spcPts val="2000"/>
          </a:spcBef>
          <a:spcAft>
            <a:spcPts val="0"/>
          </a:spcAft>
          <a:buClrTx/>
          <a:buSzTx/>
          <a:buFontTx/>
          <a:buNone/>
          <a:tabLst/>
          <a:defRPr kumimoji="0" sz="1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0959" tIns="60959" rIns="60959" bIns="60959" numCol="1" spcCol="38100" rtlCol="0" anchor="t">
        <a:spAutoFit/>
      </a:bodyPr>
      <a:lstStyle>
        <a:defPPr marL="89999" marR="89999" indent="0" algn="r" defTabSz="914400" rtl="0" fontAlgn="auto" latinLnBrk="0" hangingPunct="0">
          <a:lnSpc>
            <a:spcPct val="100000"/>
          </a:lnSpc>
          <a:spcBef>
            <a:spcPts val="2000"/>
          </a:spcBef>
          <a:spcAft>
            <a:spcPts val="0"/>
          </a:spcAft>
          <a:buClrTx/>
          <a:buSzTx/>
          <a:buFontTx/>
          <a:buNone/>
          <a:tabLst/>
          <a:defRPr kumimoji="0" sz="1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TDi-Org">
  <a:themeElements>
    <a:clrScheme name="CTDi-Org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C31A00"/>
      </a:accent1>
      <a:accent2>
        <a:srgbClr val="FF6200"/>
      </a:accent2>
      <a:accent3>
        <a:srgbClr val="FFA63F"/>
      </a:accent3>
      <a:accent4>
        <a:srgbClr val="005392"/>
      </a:accent4>
      <a:accent5>
        <a:srgbClr val="0096FF"/>
      </a:accent5>
      <a:accent6>
        <a:srgbClr val="75D5FF"/>
      </a:accent6>
      <a:hlink>
        <a:srgbClr val="0000FF"/>
      </a:hlink>
      <a:folHlink>
        <a:srgbClr val="FF00FF"/>
      </a:folHlink>
    </a:clrScheme>
    <a:fontScheme name="CTDi-Org">
      <a:majorFont>
        <a:latin typeface="Skia Regular Light Condensed"/>
        <a:ea typeface="Skia Regular Light Condensed"/>
        <a:cs typeface="Skia Regular Light Condensed"/>
      </a:majorFont>
      <a:minorFont>
        <a:latin typeface="Skia"/>
        <a:ea typeface="Skia"/>
        <a:cs typeface="Skia"/>
      </a:minorFont>
    </a:fontScheme>
    <a:fmtScheme name="CTDi-Or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60959" tIns="60959" rIns="60959" bIns="60959" numCol="1" spcCol="38100" rtlCol="0" anchor="ctr">
        <a:spAutoFit/>
      </a:bodyPr>
      <a:lstStyle>
        <a:defPPr marL="89999" marR="89999" indent="0" algn="r" defTabSz="914400" rtl="0" fontAlgn="auto" latinLnBrk="0" hangingPunct="0">
          <a:lnSpc>
            <a:spcPct val="100000"/>
          </a:lnSpc>
          <a:spcBef>
            <a:spcPts val="2000"/>
          </a:spcBef>
          <a:spcAft>
            <a:spcPts val="0"/>
          </a:spcAft>
          <a:buClrTx/>
          <a:buSzTx/>
          <a:buFontTx/>
          <a:buNone/>
          <a:tabLst/>
          <a:defRPr kumimoji="0" sz="1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0959" tIns="60959" rIns="60959" bIns="60959" numCol="1" spcCol="38100" rtlCol="0" anchor="t">
        <a:spAutoFit/>
      </a:bodyPr>
      <a:lstStyle>
        <a:defPPr marL="89999" marR="89999" indent="0" algn="r" defTabSz="914400" rtl="0" fontAlgn="auto" latinLnBrk="0" hangingPunct="0">
          <a:lnSpc>
            <a:spcPct val="100000"/>
          </a:lnSpc>
          <a:spcBef>
            <a:spcPts val="2000"/>
          </a:spcBef>
          <a:spcAft>
            <a:spcPts val="0"/>
          </a:spcAft>
          <a:buClrTx/>
          <a:buSzTx/>
          <a:buFontTx/>
          <a:buNone/>
          <a:tabLst/>
          <a:defRPr kumimoji="0" sz="1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Skia Regular Extended</vt:lpstr>
      <vt:lpstr>Skia Regular Light Condensed</vt:lpstr>
      <vt:lpstr>Skia Regular Light Extended</vt:lpstr>
      <vt:lpstr>Avenir Next Condensed Regular</vt:lpstr>
      <vt:lpstr>Avenir Next Regular</vt:lpstr>
      <vt:lpstr>Skia</vt:lpstr>
      <vt:lpstr>CTDi-Org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juan camilo torres cedano</cp:lastModifiedBy>
  <cp:revision>2</cp:revision>
  <dcterms:modified xsi:type="dcterms:W3CDTF">2025-10-06T16:40:27Z</dcterms:modified>
</cp:coreProperties>
</file>