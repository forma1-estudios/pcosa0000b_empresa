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1pPr>
    <a:lvl2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2pPr>
    <a:lvl3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3pPr>
    <a:lvl4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4pPr>
    <a:lvl5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5pPr>
    <a:lvl6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6pPr>
    <a:lvl7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7pPr>
    <a:lvl8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8pPr>
    <a:lvl9pPr marL="180000" marR="17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b="0" baseline="0" cap="none" i="0" spc="0" strike="noStrike" sz="1000" u="none" kumimoji="0" normalizeH="0">
        <a:ln>
          <a:noFill/>
        </a:ln>
        <a:solidFill>
          <a:srgbClr val="000000"/>
        </a:solidFill>
        <a:effectLst/>
        <a:uFillTx/>
        <a:latin typeface="Avenir Next"/>
        <a:ea typeface="Avenir Next"/>
        <a:cs typeface="Avenir Next"/>
        <a:sym typeface="Avenir Nex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CBCA"/>
          </a:solidFill>
        </a:fill>
      </a:tcStyle>
    </a:wholeTbl>
    <a:band2H>
      <a:tcTxStyle b="def" i="def"/>
      <a:tcStyle>
        <a:tcBdr/>
        <a:fill>
          <a:solidFill>
            <a:srgbClr val="F4E7E6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0CD"/>
          </a:solidFill>
        </a:fill>
      </a:tcStyle>
    </a:wholeTbl>
    <a:band2H>
      <a:tcTxStyle b="def" i="def"/>
      <a:tcStyle>
        <a:tcBdr/>
        <a:fill>
          <a:solidFill>
            <a:srgbClr val="FFF0E8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EFFF"/>
          </a:solidFill>
        </a:fill>
      </a:tcStyle>
    </a:wholeTbl>
    <a:band2H>
      <a:tcTxStyle b="def" i="def"/>
      <a:tcStyle>
        <a:tcBdr/>
        <a:fill>
          <a:solidFill>
            <a:srgbClr val="EBF7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indent="2199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1pPr>
    <a:lvl2pPr indent="230800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2pPr>
    <a:lvl3pPr indent="459400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3pPr>
    <a:lvl4pPr indent="688000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4pPr>
    <a:lvl5pPr indent="916599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5pPr>
    <a:lvl6pPr indent="1145199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6pPr>
    <a:lvl7pPr indent="1373799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7pPr>
    <a:lvl8pPr indent="1602399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8pPr>
    <a:lvl9pPr indent="1831000" defTabSz="457200" latinLnBrk="0">
      <a:defRPr sz="1500">
        <a:latin typeface="Avenir Next Condensed"/>
        <a:ea typeface="Avenir Next Condensed"/>
        <a:cs typeface="Avenir Next Condensed"/>
        <a:sym typeface="Avenir Next Condensed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mp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bmp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mp"/><Relationship Id="rId3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bmp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6"/>
          <p:cNvSpPr/>
          <p:nvPr/>
        </p:nvSpPr>
        <p:spPr>
          <a:xfrm>
            <a:off x="-699" y="-613"/>
            <a:ext cx="12201239" cy="4975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fill="norm" stroke="1" extrusionOk="0">
                <a:moveTo>
                  <a:pt x="21597" y="0"/>
                </a:moveTo>
                <a:lnTo>
                  <a:pt x="1" y="0"/>
                </a:lnTo>
                <a:cubicBezTo>
                  <a:pt x="6" y="6731"/>
                  <a:pt x="-3" y="13573"/>
                  <a:pt x="1" y="20304"/>
                </a:cubicBezTo>
                <a:lnTo>
                  <a:pt x="3534" y="20304"/>
                </a:lnTo>
                <a:lnTo>
                  <a:pt x="4210" y="21546"/>
                </a:lnTo>
                <a:cubicBezTo>
                  <a:pt x="4215" y="21551"/>
                  <a:pt x="4221" y="21555"/>
                  <a:pt x="4225" y="21559"/>
                </a:cubicBezTo>
                <a:cubicBezTo>
                  <a:pt x="4232" y="21566"/>
                  <a:pt x="4241" y="21572"/>
                  <a:pt x="4247" y="21581"/>
                </a:cubicBezTo>
                <a:cubicBezTo>
                  <a:pt x="4254" y="21587"/>
                  <a:pt x="4262" y="21594"/>
                  <a:pt x="4269" y="21600"/>
                </a:cubicBezTo>
                <a:lnTo>
                  <a:pt x="4312" y="21600"/>
                </a:lnTo>
                <a:cubicBezTo>
                  <a:pt x="4318" y="21594"/>
                  <a:pt x="4323" y="21587"/>
                  <a:pt x="4329" y="21581"/>
                </a:cubicBezTo>
                <a:cubicBezTo>
                  <a:pt x="4338" y="21572"/>
                  <a:pt x="4344" y="21566"/>
                  <a:pt x="4353" y="21559"/>
                </a:cubicBezTo>
                <a:cubicBezTo>
                  <a:pt x="4357" y="21555"/>
                  <a:pt x="4364" y="21551"/>
                  <a:pt x="4368" y="21546"/>
                </a:cubicBezTo>
                <a:lnTo>
                  <a:pt x="5040" y="20304"/>
                </a:lnTo>
                <a:lnTo>
                  <a:pt x="21582" y="20304"/>
                </a:lnTo>
                <a:cubicBezTo>
                  <a:pt x="21586" y="13537"/>
                  <a:pt x="21593" y="6767"/>
                  <a:pt x="21597" y="0"/>
                </a:cubicBezTo>
                <a:close/>
              </a:path>
            </a:pathLst>
          </a:custGeom>
          <a:blipFill>
            <a:blip r:embed="rId2"/>
          </a:blipFill>
          <a:ln cap="rnd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itle Text"/>
          <p:cNvSpPr txBox="1"/>
          <p:nvPr>
            <p:ph type="title"/>
          </p:nvPr>
        </p:nvSpPr>
        <p:spPr>
          <a:xfrm>
            <a:off x="822700" y="255197"/>
            <a:ext cx="10572001" cy="419438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5000"/>
              </a:spcBef>
              <a:defRPr b="0" cap="all" spc="270" sz="9000">
                <a:solidFill>
                  <a:srgbClr val="FFFFFF"/>
                </a:solidFill>
                <a:latin typeface="+mj-lt"/>
                <a:ea typeface="+mj-ea"/>
                <a:cs typeface="+mj-cs"/>
                <a:sym typeface="Skia Light Condense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810000" y="5054705"/>
            <a:ext cx="10546601" cy="1004853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  <a:lvl2pPr marL="0" marR="0" indent="4572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2pPr>
            <a:lvl3pPr marL="0" marR="0" indent="9144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3pPr>
            <a:lvl4pPr marL="0" marR="0" indent="13716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4pPr>
            <a:lvl5pPr marL="0" marR="0" indent="18288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4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41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8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45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9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2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50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53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7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55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8" name="Freeform 7"/>
          <p:cNvSpPr/>
          <p:nvPr/>
        </p:nvSpPr>
        <p:spPr>
          <a:xfrm>
            <a:off x="2120" y="-2904"/>
            <a:ext cx="12195615" cy="3700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600" fill="norm" stroke="1" extrusionOk="0">
                <a:moveTo>
                  <a:pt x="8" y="37"/>
                </a:moveTo>
                <a:lnTo>
                  <a:pt x="21589" y="0"/>
                </a:lnTo>
                <a:cubicBezTo>
                  <a:pt x="21593" y="7590"/>
                  <a:pt x="21578" y="13211"/>
                  <a:pt x="21593" y="19858"/>
                </a:cubicBezTo>
                <a:lnTo>
                  <a:pt x="11538" y="19858"/>
                </a:lnTo>
                <a:cubicBezTo>
                  <a:pt x="11313" y="20415"/>
                  <a:pt x="11087" y="20971"/>
                  <a:pt x="10862" y="21529"/>
                </a:cubicBezTo>
                <a:cubicBezTo>
                  <a:pt x="10858" y="21533"/>
                  <a:pt x="10851" y="21540"/>
                  <a:pt x="10847" y="21546"/>
                </a:cubicBezTo>
                <a:cubicBezTo>
                  <a:pt x="10840" y="21555"/>
                  <a:pt x="10832" y="21563"/>
                  <a:pt x="10825" y="21572"/>
                </a:cubicBezTo>
                <a:cubicBezTo>
                  <a:pt x="10819" y="21583"/>
                  <a:pt x="10810" y="21591"/>
                  <a:pt x="10804" y="21600"/>
                </a:cubicBezTo>
                <a:lnTo>
                  <a:pt x="10761" y="21600"/>
                </a:lnTo>
                <a:cubicBezTo>
                  <a:pt x="10754" y="21591"/>
                  <a:pt x="10750" y="21583"/>
                  <a:pt x="10743" y="21572"/>
                </a:cubicBezTo>
                <a:cubicBezTo>
                  <a:pt x="10735" y="21563"/>
                  <a:pt x="10728" y="21555"/>
                  <a:pt x="10720" y="21546"/>
                </a:cubicBezTo>
                <a:cubicBezTo>
                  <a:pt x="10715" y="21540"/>
                  <a:pt x="10709" y="21533"/>
                  <a:pt x="10704" y="21529"/>
                </a:cubicBezTo>
                <a:lnTo>
                  <a:pt x="10031" y="19858"/>
                </a:lnTo>
                <a:lnTo>
                  <a:pt x="4" y="19832"/>
                </a:lnTo>
                <a:cubicBezTo>
                  <a:pt x="-7" y="13043"/>
                  <a:pt x="6" y="7122"/>
                  <a:pt x="8" y="37"/>
                </a:cubicBezTo>
                <a:close/>
              </a:path>
            </a:pathLst>
          </a:custGeom>
          <a:blipFill>
            <a:blip r:embed="rId3"/>
          </a:blipFill>
          <a:ln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itle Text"/>
          <p:cNvSpPr txBox="1"/>
          <p:nvPr>
            <p:ph type="title"/>
          </p:nvPr>
        </p:nvSpPr>
        <p:spPr>
          <a:xfrm>
            <a:off x="822699" y="386939"/>
            <a:ext cx="10561420" cy="27940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5000"/>
              </a:spcBef>
              <a:defRPr b="0" cap="all" spc="270" sz="9000">
                <a:solidFill>
                  <a:srgbClr val="FFFFFF"/>
                </a:solidFill>
                <a:latin typeface="+mj-lt"/>
                <a:ea typeface="+mj-ea"/>
                <a:cs typeface="+mj-cs"/>
                <a:sym typeface="Skia Light Condense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0" name="Body Level One…"/>
          <p:cNvSpPr txBox="1"/>
          <p:nvPr>
            <p:ph type="body" sz="half" idx="1"/>
          </p:nvPr>
        </p:nvSpPr>
        <p:spPr>
          <a:xfrm>
            <a:off x="809999" y="3775157"/>
            <a:ext cx="10536020" cy="2295305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  <a:lvl2pPr marL="0" marR="0" indent="4572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2pPr>
            <a:lvl3pPr marL="0" marR="0" indent="9144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3pPr>
            <a:lvl4pPr marL="0" marR="0" indent="13716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4pPr>
            <a:lvl5pPr marL="0" marR="0" indent="18288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3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70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7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74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5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6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8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1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79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0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82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84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5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87" name="Freeform 7"/>
          <p:cNvSpPr/>
          <p:nvPr/>
        </p:nvSpPr>
        <p:spPr>
          <a:xfrm>
            <a:off x="-2235" y="-870"/>
            <a:ext cx="12196616" cy="2476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fill="norm" stroke="1" extrusionOk="0">
                <a:moveTo>
                  <a:pt x="6" y="0"/>
                </a:moveTo>
                <a:lnTo>
                  <a:pt x="21593" y="32"/>
                </a:lnTo>
                <a:cubicBezTo>
                  <a:pt x="21590" y="6584"/>
                  <a:pt x="21600" y="12461"/>
                  <a:pt x="21599" y="19014"/>
                </a:cubicBezTo>
                <a:lnTo>
                  <a:pt x="18113" y="18995"/>
                </a:lnTo>
                <a:lnTo>
                  <a:pt x="17437" y="21492"/>
                </a:lnTo>
                <a:cubicBezTo>
                  <a:pt x="17433" y="21501"/>
                  <a:pt x="17426" y="21509"/>
                  <a:pt x="17423" y="21518"/>
                </a:cubicBezTo>
                <a:cubicBezTo>
                  <a:pt x="17415" y="21531"/>
                  <a:pt x="17406" y="21546"/>
                  <a:pt x="17400" y="21559"/>
                </a:cubicBezTo>
                <a:cubicBezTo>
                  <a:pt x="17394" y="21572"/>
                  <a:pt x="17385" y="21587"/>
                  <a:pt x="17379" y="21600"/>
                </a:cubicBezTo>
                <a:lnTo>
                  <a:pt x="17336" y="21600"/>
                </a:lnTo>
                <a:cubicBezTo>
                  <a:pt x="17329" y="21587"/>
                  <a:pt x="17324" y="21572"/>
                  <a:pt x="17318" y="21559"/>
                </a:cubicBezTo>
                <a:cubicBezTo>
                  <a:pt x="17309" y="21546"/>
                  <a:pt x="17303" y="21531"/>
                  <a:pt x="17294" y="21518"/>
                </a:cubicBezTo>
                <a:cubicBezTo>
                  <a:pt x="17290" y="21509"/>
                  <a:pt x="17284" y="21501"/>
                  <a:pt x="17279" y="21492"/>
                </a:cubicBezTo>
                <a:lnTo>
                  <a:pt x="16605" y="18995"/>
                </a:lnTo>
                <a:lnTo>
                  <a:pt x="0" y="18958"/>
                </a:lnTo>
                <a:cubicBezTo>
                  <a:pt x="0" y="12631"/>
                  <a:pt x="6" y="6325"/>
                  <a:pt x="6" y="0"/>
                </a:cubicBezTo>
                <a:close/>
              </a:path>
            </a:pathLst>
          </a:custGeom>
          <a:blipFill>
            <a:blip r:embed="rId3"/>
          </a:blipFill>
          <a:ln cap="rnd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" name="Title Text"/>
          <p:cNvSpPr txBox="1"/>
          <p:nvPr>
            <p:ph type="title"/>
          </p:nvPr>
        </p:nvSpPr>
        <p:spPr>
          <a:xfrm>
            <a:off x="822699" y="384469"/>
            <a:ext cx="10561420" cy="1458649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5000"/>
              </a:spcBef>
              <a:defRPr b="0" cap="all" spc="270" sz="9000">
                <a:solidFill>
                  <a:srgbClr val="FFFFFF"/>
                </a:solidFill>
                <a:latin typeface="+mj-lt"/>
                <a:ea typeface="+mj-ea"/>
                <a:cs typeface="+mj-cs"/>
                <a:sym typeface="Skia Light Condense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9" name="Body Level One…"/>
          <p:cNvSpPr txBox="1"/>
          <p:nvPr>
            <p:ph type="body" idx="1"/>
          </p:nvPr>
        </p:nvSpPr>
        <p:spPr>
          <a:xfrm>
            <a:off x="809999" y="2540250"/>
            <a:ext cx="10541001" cy="3517650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  <a:lvl2pPr marL="0" marR="0" indent="4572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2pPr>
            <a:lvl3pPr marL="0" marR="0" indent="9144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3pPr>
            <a:lvl4pPr marL="0" marR="0" indent="13716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4pPr>
            <a:lvl5pPr marL="0" marR="0" indent="1828800" algn="l" defTabSz="457200">
              <a:buClrTx/>
              <a:buSzTx/>
              <a:buNone/>
              <a:defRPr b="1" sz="2000">
                <a:latin typeface="Candara"/>
                <a:ea typeface="Candara"/>
                <a:cs typeface="Candara"/>
                <a:sym typeface="Candar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1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dice &amp;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11"/>
          <p:cNvSpPr/>
          <p:nvPr>
            <p:ph type="pic" idx="13"/>
          </p:nvPr>
        </p:nvSpPr>
        <p:spPr>
          <a:xfrm>
            <a:off x="6098116" y="0"/>
            <a:ext cx="6093884" cy="6858000"/>
          </a:xfrm>
          <a:prstGeom prst="rect">
            <a:avLst/>
          </a:prstGeom>
          <a:ln w="9525">
            <a:solidFill>
              <a:srgbClr val="808080"/>
            </a:solidFill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763927" y="702122"/>
            <a:ext cx="4852989" cy="161716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762000" y="2319284"/>
            <a:ext cx="4852988" cy="3743829"/>
          </a:xfrm>
          <a:prstGeom prst="rect">
            <a:avLst/>
          </a:prstGeom>
        </p:spPr>
        <p:txBody>
          <a:bodyPr/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794362" marR="0" indent="-157162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245276" marR="0" indent="-150875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702476" marR="0" indent="-150876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2176440" marR="0" indent="-167639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Text"/>
          <p:cNvSpPr txBox="1"/>
          <p:nvPr>
            <p:ph type="title"/>
          </p:nvPr>
        </p:nvSpPr>
        <p:spPr>
          <a:xfrm>
            <a:off x="179999" y="179999"/>
            <a:ext cx="11831997" cy="95775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idx="1"/>
          </p:nvPr>
        </p:nvSpPr>
        <p:spPr>
          <a:xfrm>
            <a:off x="360003" y="1260000"/>
            <a:ext cx="11471994" cy="4804739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899137" marR="0" indent="-261937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3458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8030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2288200" marR="0" indent="-27940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ido do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xfrm>
            <a:off x="179999" y="179999"/>
            <a:ext cx="11832002" cy="95775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8" name="Body Level One…"/>
          <p:cNvSpPr txBox="1"/>
          <p:nvPr>
            <p:ph type="body" sz="half" idx="1"/>
          </p:nvPr>
        </p:nvSpPr>
        <p:spPr>
          <a:xfrm>
            <a:off x="359999" y="1260000"/>
            <a:ext cx="5644586" cy="480474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899137" marR="0" indent="-261937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3458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8030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2288200" marR="0" indent="-27940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0" name="Object"/>
          <p:cNvSpPr txBox="1"/>
          <p:nvPr>
            <p:ph type="obj" sz="half" idx="3"/>
          </p:nvPr>
        </p:nvSpPr>
        <p:spPr>
          <a:xfrm>
            <a:off x="6159500" y="1260000"/>
            <a:ext cx="5654886" cy="480474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rale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8" name="Title Text"/>
          <p:cNvSpPr txBox="1"/>
          <p:nvPr>
            <p:ph type="title"/>
          </p:nvPr>
        </p:nvSpPr>
        <p:spPr>
          <a:xfrm>
            <a:off x="179999" y="179999"/>
            <a:ext cx="11832002" cy="95775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9" name="Text Placeholder 4"/>
          <p:cNvSpPr/>
          <p:nvPr>
            <p:ph type="body" sz="quarter" idx="13"/>
          </p:nvPr>
        </p:nvSpPr>
        <p:spPr>
          <a:xfrm>
            <a:off x="354849" y="1119089"/>
            <a:ext cx="5654887" cy="63078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marR="0" indent="0" algn="l" defTabSz="457200">
              <a:spcBef>
                <a:spcPts val="600"/>
              </a:spcBef>
              <a:buClrTx/>
              <a:buSzTx/>
              <a:buNone/>
              <a:defRPr b="1" sz="2000"/>
            </a:lvl1pPr>
          </a:lstStyle>
          <a:p>
            <a:pPr/>
            <a:r>
              <a:t>Encabezado de sección </a:t>
            </a:r>
          </a:p>
        </p:txBody>
      </p:sp>
      <p:sp>
        <p:nvSpPr>
          <p:cNvPr id="130" name="Straight Connector 10"/>
          <p:cNvSpPr/>
          <p:nvPr/>
        </p:nvSpPr>
        <p:spPr>
          <a:xfrm>
            <a:off x="360000" y="1836261"/>
            <a:ext cx="5644585" cy="1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traight Connector 12"/>
          <p:cNvSpPr/>
          <p:nvPr/>
        </p:nvSpPr>
        <p:spPr>
          <a:xfrm>
            <a:off x="6187414" y="1836261"/>
            <a:ext cx="5644586" cy="1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traight Connector 11"/>
          <p:cNvSpPr/>
          <p:nvPr/>
        </p:nvSpPr>
        <p:spPr>
          <a:xfrm>
            <a:off x="360000" y="1836261"/>
            <a:ext cx="5644585" cy="1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traight Connector 13"/>
          <p:cNvSpPr/>
          <p:nvPr/>
        </p:nvSpPr>
        <p:spPr>
          <a:xfrm>
            <a:off x="6187414" y="1836261"/>
            <a:ext cx="5644586" cy="1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traight Connector 14"/>
          <p:cNvSpPr/>
          <p:nvPr/>
        </p:nvSpPr>
        <p:spPr>
          <a:xfrm>
            <a:off x="360000" y="1836261"/>
            <a:ext cx="5644585" cy="1"/>
          </a:xfrm>
          <a:prstGeom prst="line">
            <a:avLst/>
          </a:prstGeom>
          <a:ln w="3810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traight Connector 15"/>
          <p:cNvSpPr/>
          <p:nvPr/>
        </p:nvSpPr>
        <p:spPr>
          <a:xfrm>
            <a:off x="6187414" y="1836261"/>
            <a:ext cx="5644586" cy="1"/>
          </a:xfrm>
          <a:prstGeom prst="line">
            <a:avLst/>
          </a:prstGeom>
          <a:ln w="38100" cap="rnd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Body Level One…"/>
          <p:cNvSpPr txBox="1"/>
          <p:nvPr>
            <p:ph type="body" sz="half" idx="1"/>
          </p:nvPr>
        </p:nvSpPr>
        <p:spPr>
          <a:xfrm>
            <a:off x="359999" y="2032000"/>
            <a:ext cx="5657286" cy="403302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781578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162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543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1924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Text Placeholder 4"/>
          <p:cNvSpPr/>
          <p:nvPr>
            <p:ph type="body" sz="quarter" idx="14"/>
          </p:nvPr>
        </p:nvSpPr>
        <p:spPr>
          <a:xfrm>
            <a:off x="6188614" y="1119089"/>
            <a:ext cx="5654886" cy="63078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marR="0" indent="0" algn="l" defTabSz="457200">
              <a:spcBef>
                <a:spcPts val="600"/>
              </a:spcBef>
              <a:buClrTx/>
              <a:buSzTx/>
              <a:buNone/>
              <a:defRPr b="1" sz="2000"/>
            </a:lvl1pPr>
          </a:lstStyle>
          <a:p>
            <a:pPr/>
            <a:r>
              <a:t>Encabezado de sección </a:t>
            </a:r>
          </a:p>
        </p:txBody>
      </p:sp>
      <p:sp>
        <p:nvSpPr>
          <p:cNvPr id="138" name="Object"/>
          <p:cNvSpPr txBox="1"/>
          <p:nvPr>
            <p:ph type="obj" sz="half" idx="3"/>
          </p:nvPr>
        </p:nvSpPr>
        <p:spPr>
          <a:xfrm>
            <a:off x="6159500" y="2032000"/>
            <a:ext cx="5651500" cy="40330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/>
          <p:nvPr>
            <p:ph type="title"/>
          </p:nvPr>
        </p:nvSpPr>
        <p:spPr>
          <a:xfrm>
            <a:off x="179999" y="179999"/>
            <a:ext cx="11832002" cy="95775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a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lano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4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161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3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68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165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71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169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0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172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5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173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4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6" name="Picture Placeholder 14"/>
          <p:cNvSpPr/>
          <p:nvPr>
            <p:ph type="pic" idx="13"/>
          </p:nvPr>
        </p:nvSpPr>
        <p:spPr>
          <a:xfrm>
            <a:off x="179999" y="179999"/>
            <a:ext cx="11831997" cy="5447502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8" name="Footer Placeholder 4"/>
          <p:cNvSpPr txBox="1"/>
          <p:nvPr/>
        </p:nvSpPr>
        <p:spPr>
          <a:xfrm>
            <a:off x="9137020" y="5858404"/>
            <a:ext cx="9562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R="0" algn="l" defTabSz="457200">
              <a:spcBef>
                <a:spcPts val="1000"/>
              </a:spcBef>
              <a:defRPr b="1" sz="14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Revisión :</a:t>
            </a:r>
          </a:p>
        </p:txBody>
      </p:sp>
      <p:sp>
        <p:nvSpPr>
          <p:cNvPr id="179" name="Straight Connector 16"/>
          <p:cNvSpPr/>
          <p:nvPr/>
        </p:nvSpPr>
        <p:spPr>
          <a:xfrm>
            <a:off x="203008" y="5699678"/>
            <a:ext cx="11806598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traight Connector 27"/>
          <p:cNvSpPr/>
          <p:nvPr/>
        </p:nvSpPr>
        <p:spPr>
          <a:xfrm>
            <a:off x="179999" y="6190214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Oval 40"/>
          <p:cNvSpPr/>
          <p:nvPr/>
        </p:nvSpPr>
        <p:spPr>
          <a:xfrm flipH="1">
            <a:off x="9013735" y="5924444"/>
            <a:ext cx="45721" cy="457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 Placeholder 26"/>
          <p:cNvSpPr/>
          <p:nvPr>
            <p:ph type="body" sz="quarter" idx="14"/>
          </p:nvPr>
        </p:nvSpPr>
        <p:spPr>
          <a:xfrm>
            <a:off x="4895177" y="6227077"/>
            <a:ext cx="3791978" cy="406401"/>
          </a:xfrm>
          <a:prstGeom prst="rect">
            <a:avLst/>
          </a:prstGeom>
        </p:spPr>
        <p:txBody>
          <a:bodyPr lIns="45719" tIns="45719" rIns="45719" bIns="45719" anchor="ctr">
            <a:normAutofit fontScale="100000" lnSpcReduction="0"/>
          </a:bodyPr>
          <a:lstStyle>
            <a:lvl1pPr marL="0" marR="0" indent="2199" algn="l" defTabSz="457200">
              <a:spcBef>
                <a:spcPts val="0"/>
              </a:spcBef>
              <a:buClrTx/>
              <a:buSzTx/>
              <a:buNone/>
              <a:defRPr sz="1500"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/>
            <a:r>
              <a:t>nombre de diseñadores/realizadores de la información</a:t>
            </a:r>
          </a:p>
        </p:txBody>
      </p:sp>
      <p:sp>
        <p:nvSpPr>
          <p:cNvPr id="183" name="Text Placeholder 47"/>
          <p:cNvSpPr/>
          <p:nvPr>
            <p:ph type="body" sz="quarter" idx="15"/>
          </p:nvPr>
        </p:nvSpPr>
        <p:spPr>
          <a:xfrm>
            <a:off x="10116106" y="6260315"/>
            <a:ext cx="1444832" cy="365325"/>
          </a:xfrm>
          <a:prstGeom prst="rect">
            <a:avLst/>
          </a:prstGeom>
        </p:spPr>
        <p:txBody>
          <a:bodyPr lIns="45719" tIns="45719" rIns="45719" bIns="45719" anchor="ctr">
            <a:normAutofit fontScale="100000" lnSpcReduction="0"/>
          </a:bodyPr>
          <a:lstStyle>
            <a:lvl1pPr marL="0" marR="0" indent="2199" algn="l" defTabSz="457200">
              <a:spcBef>
                <a:spcPts val="0"/>
              </a:spcBef>
              <a:buClrTx/>
              <a:buSzTx/>
              <a:buNone/>
              <a:defRPr sz="1500"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/>
            <a:r>
              <a:t>fecha o #id</a:t>
            </a:r>
          </a:p>
        </p:txBody>
      </p:sp>
      <p:sp>
        <p:nvSpPr>
          <p:cNvPr id="184" name="Text Placeholder 49"/>
          <p:cNvSpPr/>
          <p:nvPr>
            <p:ph type="body" sz="quarter" idx="16"/>
          </p:nvPr>
        </p:nvSpPr>
        <p:spPr>
          <a:xfrm>
            <a:off x="10117154" y="5758445"/>
            <a:ext cx="1892401" cy="365019"/>
          </a:xfrm>
          <a:prstGeom prst="rect">
            <a:avLst/>
          </a:prstGeom>
        </p:spPr>
        <p:txBody>
          <a:bodyPr lIns="45719" tIns="45719" rIns="45719" bIns="45719" anchor="ctr">
            <a:normAutofit fontScale="100000" lnSpcReduction="0"/>
          </a:bodyPr>
          <a:lstStyle>
            <a:lvl1pPr marL="0" marR="0" indent="2199" algn="l" defTabSz="457200">
              <a:spcBef>
                <a:spcPts val="0"/>
              </a:spcBef>
              <a:buClrTx/>
              <a:buSzTx/>
              <a:buNone/>
              <a:defRPr sz="1500"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/>
            <a:r>
              <a:t>nombre de revisor</a:t>
            </a:r>
          </a:p>
        </p:txBody>
      </p:sp>
      <p:sp>
        <p:nvSpPr>
          <p:cNvPr id="185" name="Oval 50"/>
          <p:cNvSpPr/>
          <p:nvPr/>
        </p:nvSpPr>
        <p:spPr>
          <a:xfrm flipH="1">
            <a:off x="9013735" y="6427935"/>
            <a:ext cx="45721" cy="457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Footer Placeholder 4"/>
          <p:cNvSpPr txBox="1"/>
          <p:nvPr/>
        </p:nvSpPr>
        <p:spPr>
          <a:xfrm>
            <a:off x="3842944" y="6327055"/>
            <a:ext cx="9562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R="0" algn="l" defTabSz="457200">
              <a:spcBef>
                <a:spcPts val="1000"/>
              </a:spcBef>
              <a:defRPr b="1" sz="14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Diseño :</a:t>
            </a:r>
          </a:p>
        </p:txBody>
      </p:sp>
      <p:sp>
        <p:nvSpPr>
          <p:cNvPr id="187" name="Footer Placeholder 4"/>
          <p:cNvSpPr txBox="1"/>
          <p:nvPr/>
        </p:nvSpPr>
        <p:spPr>
          <a:xfrm>
            <a:off x="9137020" y="6360427"/>
            <a:ext cx="9562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R="0" algn="l" defTabSz="457200">
              <a:spcBef>
                <a:spcPts val="1000"/>
              </a:spcBef>
              <a:defRPr b="1" sz="14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Dibujo :</a:t>
            </a:r>
          </a:p>
        </p:txBody>
      </p:sp>
      <p:sp>
        <p:nvSpPr>
          <p:cNvPr id="188" name="Footer Placeholder 4"/>
          <p:cNvSpPr txBox="1"/>
          <p:nvPr/>
        </p:nvSpPr>
        <p:spPr>
          <a:xfrm>
            <a:off x="177608" y="5839354"/>
            <a:ext cx="107479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R="0" algn="l" defTabSz="457200">
              <a:spcBef>
                <a:spcPts val="1000"/>
              </a:spcBef>
              <a:defRPr b="1" sz="14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Proyecto :</a:t>
            </a:r>
          </a:p>
        </p:txBody>
      </p:sp>
      <p:sp>
        <p:nvSpPr>
          <p:cNvPr id="189" name="Oval 69"/>
          <p:cNvSpPr/>
          <p:nvPr/>
        </p:nvSpPr>
        <p:spPr>
          <a:xfrm flipH="1">
            <a:off x="3701232" y="6420117"/>
            <a:ext cx="45721" cy="457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  <p:sp>
        <p:nvSpPr>
          <p:cNvPr id="191" name="Object"/>
          <p:cNvSpPr txBox="1"/>
          <p:nvPr>
            <p:ph type="obj" idx="3"/>
          </p:nvPr>
        </p:nvSpPr>
        <p:spPr>
          <a:xfrm>
            <a:off x="179999" y="219200"/>
            <a:ext cx="11832002" cy="53495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Title Text"/>
          <p:cNvSpPr txBox="1"/>
          <p:nvPr>
            <p:ph type="title"/>
          </p:nvPr>
        </p:nvSpPr>
        <p:spPr>
          <a:xfrm>
            <a:off x="1371291" y="5737730"/>
            <a:ext cx="7433213" cy="406448"/>
          </a:xfrm>
          <a:prstGeom prst="rect">
            <a:avLst/>
          </a:prstGeom>
          <a:effectLst/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arje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3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200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1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07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04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6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08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11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09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0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212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16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14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5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17" name="Freeform 6"/>
          <p:cNvSpPr/>
          <p:nvPr/>
        </p:nvSpPr>
        <p:spPr>
          <a:xfrm>
            <a:off x="632883" y="1596270"/>
            <a:ext cx="3556001" cy="1835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3"/>
          </a:blipFill>
          <a:ln cap="rnd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itle Text"/>
          <p:cNvSpPr txBox="1"/>
          <p:nvPr>
            <p:ph type="title"/>
          </p:nvPr>
        </p:nvSpPr>
        <p:spPr>
          <a:xfrm>
            <a:off x="616126" y="1697802"/>
            <a:ext cx="3589516" cy="1526744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359999" indent="0">
              <a:spcBef>
                <a:spcPts val="3000"/>
              </a:spcBef>
              <a:defRPr b="0" sz="2500">
                <a:solidFill>
                  <a:srgbClr val="FFFFFF"/>
                </a:solidFill>
                <a:latin typeface="Skia Light Extended"/>
                <a:ea typeface="Skia Light Extended"/>
                <a:cs typeface="Skia Light Extended"/>
                <a:sym typeface="Skia Light Extende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0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  <p:sp>
        <p:nvSpPr>
          <p:cNvPr id="221" name="Body Level One…"/>
          <p:cNvSpPr txBox="1"/>
          <p:nvPr>
            <p:ph type="body" sz="quarter" idx="13"/>
          </p:nvPr>
        </p:nvSpPr>
        <p:spPr>
          <a:xfrm>
            <a:off x="686583" y="3680978"/>
            <a:ext cx="3448602" cy="152674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72000" marR="0" indent="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  <a:lvl2pPr marL="72000" marR="0" indent="18288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2pPr>
            <a:lvl3pPr marL="72000" marR="0" indent="36576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3pPr>
            <a:lvl4pPr marL="72000" marR="0" indent="54864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4pPr>
            <a:lvl5pPr marL="72000" marR="0" indent="73152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2" name="Body Level One…"/>
          <p:cNvSpPr txBox="1"/>
          <p:nvPr>
            <p:ph type="body" sz="half" idx="1"/>
          </p:nvPr>
        </p:nvSpPr>
        <p:spPr>
          <a:xfrm>
            <a:off x="4317376" y="1592078"/>
            <a:ext cx="7303124" cy="367384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899137" marR="0" indent="-261937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3458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8030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2288200" marR="0" indent="-27940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arje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reeform 6"/>
          <p:cNvSpPr/>
          <p:nvPr/>
        </p:nvSpPr>
        <p:spPr>
          <a:xfrm>
            <a:off x="637202" y="927685"/>
            <a:ext cx="4886479" cy="2503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2"/>
          </a:blipFill>
          <a:ln cap="rnd">
            <a:solidFill>
              <a:srgbClr val="8080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4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231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2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3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38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35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6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7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39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42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40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1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243" name="Picture 21" descr="Picture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47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45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48" name="Title Text"/>
          <p:cNvSpPr txBox="1"/>
          <p:nvPr>
            <p:ph type="title"/>
          </p:nvPr>
        </p:nvSpPr>
        <p:spPr>
          <a:xfrm>
            <a:off x="637202" y="1017835"/>
            <a:ext cx="4861264" cy="2155330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180000" indent="0">
              <a:lnSpc>
                <a:spcPct val="120000"/>
              </a:lnSpc>
              <a:spcBef>
                <a:spcPts val="4000"/>
              </a:spcBef>
              <a:defRPr b="0" cap="small" sz="4500">
                <a:solidFill>
                  <a:srgbClr val="FFFFFF"/>
                </a:solidFill>
                <a:latin typeface="+mn-lt"/>
                <a:ea typeface="+mn-ea"/>
                <a:cs typeface="+mn-cs"/>
                <a:sym typeface="Skia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0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  <p:sp>
        <p:nvSpPr>
          <p:cNvPr id="251" name="Body Level One…"/>
          <p:cNvSpPr txBox="1"/>
          <p:nvPr>
            <p:ph type="body" sz="quarter" idx="13"/>
          </p:nvPr>
        </p:nvSpPr>
        <p:spPr>
          <a:xfrm>
            <a:off x="686583" y="3680978"/>
            <a:ext cx="4762501" cy="152674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72000" marR="0" indent="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  <a:lvl2pPr marL="72000" marR="0" indent="18288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2pPr>
            <a:lvl3pPr marL="72000" marR="0" indent="36576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3pPr>
            <a:lvl4pPr marL="72000" marR="0" indent="54864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4pPr>
            <a:lvl5pPr marL="72000" marR="0" indent="73152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2" name="Body Level One…"/>
          <p:cNvSpPr txBox="1"/>
          <p:nvPr>
            <p:ph type="body" sz="quarter" idx="1"/>
          </p:nvPr>
        </p:nvSpPr>
        <p:spPr>
          <a:xfrm>
            <a:off x="5651500" y="952500"/>
            <a:ext cx="5969000" cy="22860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899137" marR="0" indent="-261937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3458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803060" marR="0" indent="-25146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2288200" marR="0" indent="-279400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arjet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63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260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1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2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67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64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5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6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68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1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69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0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272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6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274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5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77" name="Freeform 6"/>
          <p:cNvSpPr/>
          <p:nvPr/>
        </p:nvSpPr>
        <p:spPr>
          <a:xfrm>
            <a:off x="631697" y="255955"/>
            <a:ext cx="6332417" cy="3239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3"/>
          </a:blipFill>
          <a:ln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itle Text"/>
          <p:cNvSpPr txBox="1"/>
          <p:nvPr>
            <p:ph type="title"/>
          </p:nvPr>
        </p:nvSpPr>
        <p:spPr>
          <a:xfrm>
            <a:off x="850984" y="413002"/>
            <a:ext cx="5893841" cy="264591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spcBef>
                <a:spcPts val="5000"/>
              </a:spcBef>
              <a:defRPr b="0" cap="all" spc="270" sz="9000">
                <a:solidFill>
                  <a:srgbClr val="FFFFFF"/>
                </a:solidFill>
                <a:latin typeface="+mj-lt"/>
                <a:ea typeface="+mj-ea"/>
                <a:cs typeface="+mj-cs"/>
                <a:sym typeface="Skia Light Condense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9" name="Body Level One…"/>
          <p:cNvSpPr txBox="1"/>
          <p:nvPr>
            <p:ph type="body" sz="half" idx="1"/>
          </p:nvPr>
        </p:nvSpPr>
        <p:spPr>
          <a:xfrm>
            <a:off x="7124700" y="254000"/>
            <a:ext cx="4597400" cy="52705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200"/>
            </a:lvl1pPr>
            <a:lvl2pPr marL="781578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2pPr>
            <a:lvl3pPr marL="1162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3pPr>
            <a:lvl4pPr marL="1543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4pPr>
            <a:lvl5pPr marL="1924579" marR="0" indent="-220578" algn="l" defTabSz="457200">
              <a:spcBef>
                <a:spcPts val="600"/>
              </a:spcBef>
              <a:buClr>
                <a:srgbClr val="941100"/>
              </a:buClr>
              <a:buChar char="‣"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1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  <p:sp>
        <p:nvSpPr>
          <p:cNvPr id="282" name="Body Level One…"/>
          <p:cNvSpPr txBox="1"/>
          <p:nvPr>
            <p:ph type="body" sz="quarter" idx="13"/>
          </p:nvPr>
        </p:nvSpPr>
        <p:spPr>
          <a:xfrm>
            <a:off x="686583" y="3680978"/>
            <a:ext cx="6222644" cy="152674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72000" marR="0" indent="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1pPr>
            <a:lvl2pPr marL="72000" marR="0" indent="18288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2pPr>
            <a:lvl3pPr marL="72000" marR="0" indent="36576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3pPr>
            <a:lvl4pPr marL="72000" marR="0" indent="54864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4pPr>
            <a:lvl5pPr marL="72000" marR="0" indent="731520" algn="l" defTabSz="182880">
              <a:lnSpc>
                <a:spcPct val="120000"/>
              </a:lnSpc>
              <a:spcBef>
                <a:spcPts val="1600"/>
              </a:spcBef>
              <a:buClrTx/>
              <a:buSzTx/>
              <a:buNone/>
              <a:defRPr cap="small" sz="1800">
                <a:solidFill>
                  <a:srgbClr val="535353"/>
                </a:solidFill>
                <a:latin typeface="+mn-lt"/>
                <a:ea typeface="+mn-ea"/>
                <a:cs typeface="+mn-cs"/>
                <a:sym typeface="Skia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BDBDB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8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" name="Group 12"/>
          <p:cNvGrpSpPr/>
          <p:nvPr/>
        </p:nvGrpSpPr>
        <p:grpSpPr>
          <a:xfrm>
            <a:off x="0" y="-1"/>
            <a:ext cx="90000" cy="4679382"/>
            <a:chOff x="0" y="0"/>
            <a:chExt cx="89999" cy="4679380"/>
          </a:xfrm>
        </p:grpSpPr>
        <p:sp>
          <p:nvSpPr>
            <p:cNvPr id="3" name="Rectangle 11"/>
            <p:cNvSpPr/>
            <p:nvPr/>
          </p:nvSpPr>
          <p:spPr>
            <a:xfrm>
              <a:off x="0" y="-1"/>
              <a:ext cx="90000" cy="25200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" name="Rectangle 33"/>
            <p:cNvSpPr/>
            <p:nvPr/>
          </p:nvSpPr>
          <p:spPr>
            <a:xfrm>
              <a:off x="0" y="251937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" name="Rectangle 34"/>
            <p:cNvSpPr/>
            <p:nvPr/>
          </p:nvSpPr>
          <p:spPr>
            <a:xfrm>
              <a:off x="0" y="3959380"/>
              <a:ext cx="90000" cy="7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0" name="Group 36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7" name="Rectangle 3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" name="Rectangle 38"/>
            <p:cNvSpPr/>
            <p:nvPr/>
          </p:nvSpPr>
          <p:spPr>
            <a:xfrm rot="10800000">
              <a:off x="0" y="719999"/>
              <a:ext cx="90000" cy="1440001"/>
            </a:xfrm>
            <a:prstGeom prst="rect">
              <a:avLst/>
            </a:prstGeom>
            <a:solidFill>
              <a:srgbClr val="92B1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" name="Rectangle 3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" name="Straight Connector 19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" name="Group 25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12" name="Rectangle 26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" name="Rectangle 29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15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115" y="6251235"/>
            <a:ext cx="644072" cy="36229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traight Connector 22"/>
          <p:cNvSpPr/>
          <p:nvPr/>
        </p:nvSpPr>
        <p:spPr>
          <a:xfrm>
            <a:off x="179999" y="6677379"/>
            <a:ext cx="1183263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" name="Group 23"/>
          <p:cNvGrpSpPr/>
          <p:nvPr/>
        </p:nvGrpSpPr>
        <p:grpSpPr>
          <a:xfrm>
            <a:off x="12103199" y="2178619"/>
            <a:ext cx="90002" cy="4679382"/>
            <a:chOff x="0" y="0"/>
            <a:chExt cx="90000" cy="4679380"/>
          </a:xfrm>
        </p:grpSpPr>
        <p:sp>
          <p:nvSpPr>
            <p:cNvPr id="17" name="Rectangle 27"/>
            <p:cNvSpPr/>
            <p:nvPr/>
          </p:nvSpPr>
          <p:spPr>
            <a:xfrm rot="10800000">
              <a:off x="0" y="2159380"/>
              <a:ext cx="90000" cy="2520001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" name="Rectangle 30"/>
            <p:cNvSpPr/>
            <p:nvPr/>
          </p:nvSpPr>
          <p:spPr>
            <a:xfrm rot="10800000">
              <a:off x="0" y="0"/>
              <a:ext cx="90000" cy="720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0" name="Slide Number"/>
          <p:cNvSpPr txBox="1"/>
          <p:nvPr>
            <p:ph type="sldNum" sz="quarter" idx="2"/>
          </p:nvPr>
        </p:nvSpPr>
        <p:spPr>
          <a:xfrm>
            <a:off x="11655731" y="6289958"/>
            <a:ext cx="356266" cy="326401"/>
          </a:xfrm>
          <a:prstGeom prst="rect">
            <a:avLst/>
          </a:prstGeom>
          <a:ln w="12700">
            <a:miter lim="400000"/>
          </a:ln>
        </p:spPr>
        <p:txBody>
          <a:bodyPr wrap="none" lIns="10800" tIns="10800" rIns="10800" bIns="10800" anchor="b">
            <a:spAutoFit/>
          </a:bodyPr>
          <a:lstStyle>
            <a:lvl1pPr marL="0" marR="0" defTabSz="457200">
              <a:spcBef>
                <a:spcPts val="0"/>
              </a:spcBef>
              <a:defRPr sz="2000">
                <a:solidFill>
                  <a:srgbClr val="7F7F7F"/>
                </a:solidFill>
                <a:latin typeface="Skia Extended"/>
                <a:ea typeface="Skia Extended"/>
                <a:cs typeface="Skia Extended"/>
                <a:sym typeface="Skia Extended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1" name="Footer Placeholder 4"/>
          <p:cNvSpPr txBox="1"/>
          <p:nvPr/>
        </p:nvSpPr>
        <p:spPr>
          <a:xfrm>
            <a:off x="926226" y="6281396"/>
            <a:ext cx="254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b="1" sz="2000"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pPr/>
            <a:r>
              <a:t>Servicios Profesionales</a:t>
            </a:r>
          </a:p>
        </p:txBody>
      </p:sp>
      <p:sp>
        <p:nvSpPr>
          <p:cNvPr id="22" name="Title Text"/>
          <p:cNvSpPr txBox="1"/>
          <p:nvPr>
            <p:ph type="title"/>
          </p:nvPr>
        </p:nvSpPr>
        <p:spPr>
          <a:xfrm>
            <a:off x="609600" y="0"/>
            <a:ext cx="10972800" cy="141763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2pPr>
      <a:lvl3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3pPr>
      <a:lvl4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4pPr>
      <a:lvl5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000000"/>
          </a:solidFill>
          <a:uFillTx/>
          <a:latin typeface="Candara"/>
          <a:ea typeface="Candara"/>
          <a:cs typeface="Candara"/>
          <a:sym typeface="Candara"/>
        </a:defRPr>
      </a:lvl9pPr>
    </p:titleStyle>
    <p:bodyStyle>
      <a:lvl1pPr marL="322875" marR="179999" indent="-142875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1pPr>
      <a:lvl2pPr marL="756262" marR="179999" indent="-119062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2pPr>
      <a:lvl3pPr marL="1208700" marR="179999" indent="-1143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3pPr>
      <a:lvl4pPr marL="1665900" marR="179999" indent="-1143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4pPr>
      <a:lvl5pPr marL="2135800" marR="179999" indent="-1270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5pPr>
      <a:lvl6pPr marL="2541900" marR="17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6pPr>
      <a:lvl7pPr marL="2941900" marR="17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7pPr>
      <a:lvl8pPr marL="3341899" marR="179999" indent="-190499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8pPr>
      <a:lvl9pPr marL="3741899" marR="17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b="0" baseline="0" cap="none" i="0" spc="0" strike="noStrike" sz="1000" u="none"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9pPr>
    </p:bodyStyle>
    <p:otherStyle>
      <a:lvl1pPr marL="0" marR="0" indent="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1pPr>
      <a:lvl2pPr marL="0" marR="0" indent="457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2pPr>
      <a:lvl3pPr marL="0" marR="0" indent="914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3pPr>
      <a:lvl4pPr marL="0" marR="0" indent="1371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4pPr>
      <a:lvl5pPr marL="0" marR="0" indent="18288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5pPr>
      <a:lvl6pPr marL="0" marR="0" indent="22860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6pPr>
      <a:lvl7pPr marL="0" marR="0" indent="2743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7pPr>
      <a:lvl8pPr marL="0" marR="0" indent="3200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8pPr>
      <a:lvl9pPr marL="0" marR="0" indent="3657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Skia Extende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ntilla para presentaciones CTDi Pro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/>
            <a:r>
              <a:t>Plantilla para presentaciones CTDi Pro</a:t>
            </a:r>
          </a:p>
        </p:txBody>
      </p:sp>
      <p:sp>
        <p:nvSpPr>
          <p:cNvPr id="292" name="Recomendaciones generales de uso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Recomendaciones generales de uso</a:t>
            </a:r>
          </a:p>
        </p:txBody>
      </p:sp>
      <p:sp>
        <p:nvSpPr>
          <p:cNvPr id="293" name="Slide Number"/>
          <p:cNvSpPr txBox="1"/>
          <p:nvPr>
            <p:ph type="sldNum" sz="quarter" idx="2"/>
          </p:nvPr>
        </p:nvSpPr>
        <p:spPr>
          <a:xfrm>
            <a:off x="11854540" y="6289958"/>
            <a:ext cx="157457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Number"/>
          <p:cNvSpPr txBox="1"/>
          <p:nvPr>
            <p:ph type="sldNum" sz="quarter" idx="2"/>
          </p:nvPr>
        </p:nvSpPr>
        <p:spPr>
          <a:xfrm>
            <a:off x="11810264" y="6289958"/>
            <a:ext cx="201733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9000" y="1885950"/>
            <a:ext cx="5334000" cy="3086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omo presentar usando la imagen corporativa para CTDi Pro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L="341999" indent="0" defTabSz="434340">
              <a:spcBef>
                <a:spcPts val="2800"/>
              </a:spcBef>
              <a:defRPr sz="2375"/>
            </a:lvl1pPr>
          </a:lstStyle>
          <a:p>
            <a:pPr/>
            <a:r>
              <a:t>Como presentar usando la imagen corporativa para CTDi Pro?</a:t>
            </a:r>
          </a:p>
        </p:txBody>
      </p:sp>
      <p:sp>
        <p:nvSpPr>
          <p:cNvPr id="299" name="Slide Number"/>
          <p:cNvSpPr txBox="1"/>
          <p:nvPr>
            <p:ph type="sldNum" sz="quarter" idx="2"/>
          </p:nvPr>
        </p:nvSpPr>
        <p:spPr>
          <a:xfrm>
            <a:off x="11830108" y="6289958"/>
            <a:ext cx="181889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0" name=".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>
            <a:lvl1pPr marL="180000" indent="0" defTabSz="457200">
              <a:spcBef>
                <a:spcPts val="4000"/>
              </a:spcBef>
              <a:defRPr sz="4500"/>
            </a:lvl1pPr>
          </a:lstStyle>
          <a:p>
            <a:pPr/>
            <a:r>
              <a:t>.</a:t>
            </a:r>
          </a:p>
        </p:txBody>
      </p:sp>
      <p:sp>
        <p:nvSpPr>
          <p:cNvPr id="301" name="Algunos aspectos deben tenerse en cuenta para la elaboración y presentación de diapositivas con el propósito de mantener una imagen de marca consistente y clara ante el público.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Algunos aspectos deben tenerse en cuenta para la elaboración y presentación de diapositivas con el propósito de mantener una imagen de marca consistente y clara ante el público.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omendaciones genera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Recomendaciones generales</a:t>
            </a:r>
          </a:p>
        </p:txBody>
      </p:sp>
      <p:sp>
        <p:nvSpPr>
          <p:cNvPr id="304" name="La información y comentarios no presentados en listas deben tener un formato visible en tamaño 24 (min 20) y no deben superar las 5 líneas por párrafo. En total en la diapositiva no deben incluirse más de 2 párrafos o 10 líneas aislada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/>
            <a:r>
              <a:t>La información y comentarios no presentados en listas deben tener un formato visible en tamaño 24 (min 20) y no deben superar las 5 líneas por párrafo. En total en la diapositiva no deben incluirse más de 2 párrafos o 10 líneas aisladas.</a:t>
            </a:r>
          </a:p>
          <a:p>
            <a:pPr marL="289378" indent="-109378">
              <a:buClr>
                <a:srgbClr val="941100"/>
              </a:buClr>
              <a:buSzPct val="100000"/>
              <a:buChar char="‣"/>
            </a:pPr>
            <a:r>
              <a:t>Cuando se incluyan imágenes, solo se debe incluir 1 párrafo o máximo 5 líneas.</a:t>
            </a:r>
          </a:p>
          <a:p>
            <a:pPr marL="289378" indent="-109378">
              <a:buClr>
                <a:srgbClr val="941100"/>
              </a:buClr>
              <a:buSzPct val="100000"/>
              <a:buChar char="‣"/>
            </a:pPr>
            <a:r>
              <a:t>Los elementos incluidos en la diapositiva se deben ajustar a las márgenes establecidas.</a:t>
            </a:r>
          </a:p>
          <a:p>
            <a:pPr lvl="1" marL="670378" indent="-109378"/>
            <a:r>
              <a:t>Encabezados y pie de pagina a 0,5cm del borde.</a:t>
            </a:r>
          </a:p>
          <a:p>
            <a:pPr lvl="1" marL="670378" indent="-109378"/>
            <a:r>
              <a:t>Contenido principal a 1,0cm de los bordes laterales e inferior.</a:t>
            </a:r>
          </a:p>
          <a:p>
            <a:pPr lvl="2" marL="1051378" indent="-109378"/>
            <a:r>
              <a:t>Mínimo 0,5cm del borde superior cuando no exista titulo en la diapositiva.</a:t>
            </a:r>
          </a:p>
          <a:p>
            <a:pPr marL="289378" indent="-109378">
              <a:buClr>
                <a:srgbClr val="941100"/>
              </a:buClr>
              <a:buSzPct val="100000"/>
              <a:buChar char="‣"/>
            </a:pPr>
            <a:r>
              <a:t>Cada diapositiva debe presentar una (1) sola idea clara, aunque la misma idea puede presentarse en más de una diapositiva si es necesario.</a:t>
            </a:r>
          </a:p>
        </p:txBody>
      </p:sp>
      <p:sp>
        <p:nvSpPr>
          <p:cNvPr id="305" name="Slide Number"/>
          <p:cNvSpPr txBox="1"/>
          <p:nvPr>
            <p:ph type="sldNum" sz="quarter" idx="2"/>
          </p:nvPr>
        </p:nvSpPr>
        <p:spPr>
          <a:xfrm>
            <a:off x="11785211" y="6289958"/>
            <a:ext cx="226786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lide Number"/>
          <p:cNvSpPr txBox="1"/>
          <p:nvPr>
            <p:ph type="sldNum" sz="quarter" idx="2"/>
          </p:nvPr>
        </p:nvSpPr>
        <p:spPr>
          <a:xfrm>
            <a:off x="11837921" y="6289958"/>
            <a:ext cx="174076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8" name="Recomendaciones genera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Recomendaciones generales</a:t>
            </a:r>
          </a:p>
        </p:txBody>
      </p:sp>
      <p:sp>
        <p:nvSpPr>
          <p:cNvPr id="309" name="Text Placeholder 4"/>
          <p:cNvSpPr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qué </a:t>
            </a:r>
            <a:r>
              <a:t>SÍ</a:t>
            </a:r>
            <a:r>
              <a:t> hacer en una presentación</a:t>
            </a:r>
          </a:p>
        </p:txBody>
      </p:sp>
      <p:sp>
        <p:nvSpPr>
          <p:cNvPr id="310" name="Ajustar el pie de página con el comando del menú insertar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400578" indent="-220578">
              <a:buClr>
                <a:srgbClr val="941100"/>
              </a:buClr>
              <a:buSzPct val="100000"/>
              <a:buChar char="‣"/>
            </a:pPr>
            <a:r>
              <a:t>Ajustar el pie de página con el comando del menú insertar.</a:t>
            </a:r>
          </a:p>
          <a:p>
            <a:pPr marL="400578" indent="-220578">
              <a:buClr>
                <a:srgbClr val="941100"/>
              </a:buClr>
              <a:buSzPct val="100000"/>
              <a:buChar char="‣"/>
            </a:pPr>
            <a:r>
              <a:t>Utilizar los colores corporativos y los formatos establecidos para comunicar las ideas e información.</a:t>
            </a:r>
          </a:p>
          <a:p>
            <a:pPr marL="400578" indent="-220578">
              <a:buClr>
                <a:srgbClr val="941100"/>
              </a:buClr>
              <a:buSzPct val="100000"/>
              <a:buChar char="‣"/>
            </a:pPr>
            <a:r>
              <a:t>Consultar cualquier duda al respecto con el equipo de mercadeo y manejo de marca.</a:t>
            </a:r>
          </a:p>
        </p:txBody>
      </p:sp>
      <p:sp>
        <p:nvSpPr>
          <p:cNvPr id="311" name="Text Placeholder 4"/>
          <p:cNvSpPr/>
          <p:nvPr>
            <p:ph type="body" idx="14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qué </a:t>
            </a:r>
            <a:r>
              <a:t>NO</a:t>
            </a:r>
            <a:r>
              <a:t> hacer en una presentación</a:t>
            </a:r>
          </a:p>
        </p:txBody>
      </p:sp>
      <p:sp>
        <p:nvSpPr>
          <p:cNvPr id="312" name="Modificar el pie de pagina directamente en el texto de cada diapositiva.…"/>
          <p:cNvSpPr txBox="1"/>
          <p:nvPr/>
        </p:nvSpPr>
        <p:spPr>
          <a:xfrm>
            <a:off x="6181064" y="2047080"/>
            <a:ext cx="5657286" cy="403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400578" marR="0" indent="-220578" algn="l" defTabSz="457200">
              <a:spcBef>
                <a:spcPts val="600"/>
              </a:spcBef>
              <a:buClr>
                <a:srgbClr val="941100"/>
              </a:buClr>
              <a:buSzPct val="100000"/>
              <a:buChar char="‣"/>
              <a:defRPr sz="2200"/>
            </a:pPr>
            <a:r>
              <a:t>Modificar el pie de pagina directamente en el texto de cada diapositiva.</a:t>
            </a:r>
          </a:p>
          <a:p>
            <a:pPr marL="400578" marR="0" indent="-220578" algn="l" defTabSz="457200">
              <a:spcBef>
                <a:spcPts val="600"/>
              </a:spcBef>
              <a:buClr>
                <a:srgbClr val="941100"/>
              </a:buClr>
              <a:buSzPct val="100000"/>
              <a:buChar char="‣"/>
              <a:defRPr sz="2200"/>
            </a:pPr>
            <a:r>
              <a:t>Sobrecargar de contenido cualquier diapositiva en la presentación.</a:t>
            </a:r>
          </a:p>
          <a:p>
            <a:pPr marL="400578" marR="0" indent="-220578" algn="l" defTabSz="457200">
              <a:spcBef>
                <a:spcPts val="600"/>
              </a:spcBef>
              <a:buClr>
                <a:srgbClr val="941100"/>
              </a:buClr>
              <a:buSzPct val="100000"/>
              <a:buChar char="‣"/>
              <a:defRPr sz="2200"/>
            </a:pPr>
            <a:r>
              <a:t>Utilizar un formato o plantilla diferente al autorizado por el equipo de mercadeo y manejo de marca.</a:t>
            </a:r>
          </a:p>
          <a:p>
            <a:pPr marL="400578" marR="0" indent="-220578" algn="l" defTabSz="457200">
              <a:spcBef>
                <a:spcPts val="600"/>
              </a:spcBef>
              <a:buClr>
                <a:srgbClr val="941100"/>
              </a:buClr>
              <a:buSzPct val="100000"/>
              <a:buChar char="‣"/>
              <a:defRPr sz="2200"/>
            </a:pPr>
            <a:r>
              <a:t>Utilizar la marca CTDi para actividades no relacionadas con el propósito, la misión y/o la visión corporativos.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Placeholder 14" descr="Picture Placeholder 14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737387" y="179999"/>
            <a:ext cx="6717221" cy="5447502"/>
          </a:xfrm>
          <a:prstGeom prst="rect">
            <a:avLst/>
          </a:prstGeom>
        </p:spPr>
      </p:pic>
      <p:sp>
        <p:nvSpPr>
          <p:cNvPr id="315" name="Slide Number"/>
          <p:cNvSpPr txBox="1"/>
          <p:nvPr>
            <p:ph type="sldNum" sz="quarter" idx="2"/>
          </p:nvPr>
        </p:nvSpPr>
        <p:spPr>
          <a:xfrm>
            <a:off x="11793645" y="6289958"/>
            <a:ext cx="218352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6" name="Text Placeholder 26"/>
          <p:cNvSpPr/>
          <p:nvPr>
            <p:ph type="body" idx="14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nombre de diseñadores/realizadores de la información</a:t>
            </a:r>
          </a:p>
        </p:txBody>
      </p:sp>
      <p:sp>
        <p:nvSpPr>
          <p:cNvPr id="317" name="Text Placeholder 47"/>
          <p:cNvSpPr/>
          <p:nvPr>
            <p:ph type="body" idx="1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fecha o #id</a:t>
            </a:r>
          </a:p>
        </p:txBody>
      </p:sp>
      <p:sp>
        <p:nvSpPr>
          <p:cNvPr id="318" name="Text Placeholder 49"/>
          <p:cNvSpPr/>
          <p:nvPr>
            <p:ph type="body" idx="16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nombre de revisor</a:t>
            </a:r>
          </a:p>
        </p:txBody>
      </p:sp>
      <p:sp>
        <p:nvSpPr>
          <p:cNvPr id="319" name="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Límites de contenido y márgen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Límites de contenido y márgenes</a:t>
            </a:r>
          </a:p>
        </p:txBody>
      </p:sp>
      <p:sp>
        <p:nvSpPr>
          <p:cNvPr id="322" name="Slide Number"/>
          <p:cNvSpPr txBox="1"/>
          <p:nvPr>
            <p:ph type="sldNum" sz="quarter" idx="2"/>
          </p:nvPr>
        </p:nvSpPr>
        <p:spPr>
          <a:xfrm>
            <a:off x="11819938" y="6289958"/>
            <a:ext cx="192059" cy="326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50" y="171450"/>
            <a:ext cx="11849100" cy="6515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TDi-Org">
  <a:themeElements>
    <a:clrScheme name="CTDi-Or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31A00"/>
      </a:accent1>
      <a:accent2>
        <a:srgbClr val="FF6200"/>
      </a:accent2>
      <a:accent3>
        <a:srgbClr val="FFA63F"/>
      </a:accent3>
      <a:accent4>
        <a:srgbClr val="005392"/>
      </a:accent4>
      <a:accent5>
        <a:srgbClr val="0096FF"/>
      </a:accent5>
      <a:accent6>
        <a:srgbClr val="75D5FF"/>
      </a:accent6>
      <a:hlink>
        <a:srgbClr val="0000FF"/>
      </a:hlink>
      <a:folHlink>
        <a:srgbClr val="FF00FF"/>
      </a:folHlink>
    </a:clrScheme>
    <a:fontScheme name="CTDi-Org">
      <a:majorFont>
        <a:latin typeface="Skia Light Condensed"/>
        <a:ea typeface="Skia Light Condensed"/>
        <a:cs typeface="Skia Light Condensed"/>
      </a:majorFont>
      <a:minorFont>
        <a:latin typeface="Skia Bold"/>
        <a:ea typeface="Skia Bold"/>
        <a:cs typeface="Skia Bold"/>
      </a:minorFont>
    </a:fontScheme>
    <a:fmtScheme name="CTDi-Or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180000" marR="17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180000" marR="17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TDi-Org">
  <a:themeElements>
    <a:clrScheme name="CTDi-Or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31A00"/>
      </a:accent1>
      <a:accent2>
        <a:srgbClr val="FF6200"/>
      </a:accent2>
      <a:accent3>
        <a:srgbClr val="FFA63F"/>
      </a:accent3>
      <a:accent4>
        <a:srgbClr val="005392"/>
      </a:accent4>
      <a:accent5>
        <a:srgbClr val="0096FF"/>
      </a:accent5>
      <a:accent6>
        <a:srgbClr val="75D5FF"/>
      </a:accent6>
      <a:hlink>
        <a:srgbClr val="0000FF"/>
      </a:hlink>
      <a:folHlink>
        <a:srgbClr val="FF00FF"/>
      </a:folHlink>
    </a:clrScheme>
    <a:fontScheme name="CTDi-Org">
      <a:majorFont>
        <a:latin typeface="Skia Light Condensed"/>
        <a:ea typeface="Skia Light Condensed"/>
        <a:cs typeface="Skia Light Condensed"/>
      </a:majorFont>
      <a:minorFont>
        <a:latin typeface="Skia Bold"/>
        <a:ea typeface="Skia Bold"/>
        <a:cs typeface="Skia Bold"/>
      </a:minorFont>
    </a:fontScheme>
    <a:fmtScheme name="CTDi-Or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180000" marR="17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180000" marR="17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